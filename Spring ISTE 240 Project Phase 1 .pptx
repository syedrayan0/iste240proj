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embeddedFontLst>
    <p:embeddedFont>
      <p:font typeface="Inter" panose="020B0604020202020204"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E6107C-A905-4A21-9225-2C8527E1D919}">
  <a:tblStyle styleId="{F0E6107C-A905-4A21-9225-2C8527E1D91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7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868caa927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868caa927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868caa927b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868caa927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868caa927b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868caa927b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868caa927b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868caa927b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868caa927b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868caa927b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868caa927b_0_4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868caa927b_0_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 Alt 1">
  <p:cSld name="BLANK_1_1">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284850" y="474875"/>
            <a:ext cx="4227300" cy="11547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15" name="Google Shape;15;p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2"/>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4629550" y="3479875"/>
            <a:ext cx="4227300" cy="923400"/>
          </a:xfrm>
          <a:prstGeom prst="rect">
            <a:avLst/>
          </a:prstGeom>
        </p:spPr>
        <p:txBody>
          <a:bodyPr spcFirstLastPara="1" wrap="square" lIns="182875" tIns="91425" rIns="182875" bIns="91425" anchor="t" anchorCtr="0">
            <a:noAutofit/>
          </a:bodyPr>
          <a:lstStyle>
            <a:lvl1pPr marL="457200" lvl="0" indent="-304800">
              <a:lnSpc>
                <a:spcPct val="100000"/>
              </a:lnSpc>
              <a:spcBef>
                <a:spcPts val="0"/>
              </a:spcBef>
              <a:spcAft>
                <a:spcPts val="0"/>
              </a:spcAft>
              <a:buSzPts val="1200"/>
              <a:buChar char="●"/>
              <a:defRPr/>
            </a:lvl1pPr>
            <a:lvl2pPr marL="914400" lvl="1" indent="-304800">
              <a:lnSpc>
                <a:spcPct val="100000"/>
              </a:lnSpc>
              <a:spcBef>
                <a:spcPts val="0"/>
              </a:spcBef>
              <a:spcAft>
                <a:spcPts val="0"/>
              </a:spcAft>
              <a:buSzPts val="1200"/>
              <a:buChar char="○"/>
              <a:defRPr/>
            </a:lvl2pPr>
            <a:lvl3pPr marL="1371600" lvl="2" indent="-304800">
              <a:lnSpc>
                <a:spcPct val="100000"/>
              </a:lnSpc>
              <a:spcBef>
                <a:spcPts val="0"/>
              </a:spcBef>
              <a:spcAft>
                <a:spcPts val="0"/>
              </a:spcAft>
              <a:buSzPts val="1200"/>
              <a:buChar char="■"/>
              <a:defRPr/>
            </a:lvl3pPr>
            <a:lvl4pPr marL="1828800" lvl="3" indent="-304800">
              <a:lnSpc>
                <a:spcPct val="100000"/>
              </a:lnSpc>
              <a:spcBef>
                <a:spcPts val="0"/>
              </a:spcBef>
              <a:spcAft>
                <a:spcPts val="0"/>
              </a:spcAft>
              <a:buSzPts val="1200"/>
              <a:buChar char="●"/>
              <a:defRPr/>
            </a:lvl4pPr>
            <a:lvl5pPr marL="2286000" lvl="4" indent="-304800">
              <a:lnSpc>
                <a:spcPct val="100000"/>
              </a:lnSpc>
              <a:spcBef>
                <a:spcPts val="0"/>
              </a:spcBef>
              <a:spcAft>
                <a:spcPts val="0"/>
              </a:spcAft>
              <a:buSzPts val="1200"/>
              <a:buChar char="○"/>
              <a:defRPr/>
            </a:lvl5pPr>
            <a:lvl6pPr marL="2743200" lvl="5" indent="-304800">
              <a:lnSpc>
                <a:spcPct val="100000"/>
              </a:lnSpc>
              <a:spcBef>
                <a:spcPts val="0"/>
              </a:spcBef>
              <a:spcAft>
                <a:spcPts val="0"/>
              </a:spcAft>
              <a:buSzPts val="1200"/>
              <a:buChar char="■"/>
              <a:defRPr/>
            </a:lvl6pPr>
            <a:lvl7pPr marL="3200400" lvl="6" indent="-304800">
              <a:lnSpc>
                <a:spcPct val="100000"/>
              </a:lnSpc>
              <a:spcBef>
                <a:spcPts val="0"/>
              </a:spcBef>
              <a:spcAft>
                <a:spcPts val="0"/>
              </a:spcAft>
              <a:buSzPts val="1200"/>
              <a:buChar char="●"/>
              <a:defRPr/>
            </a:lvl7pPr>
            <a:lvl8pPr marL="3657600" lvl="7" indent="-304800">
              <a:lnSpc>
                <a:spcPct val="100000"/>
              </a:lnSpc>
              <a:spcBef>
                <a:spcPts val="0"/>
              </a:spcBef>
              <a:spcAft>
                <a:spcPts val="0"/>
              </a:spcAft>
              <a:buSzPts val="1200"/>
              <a:buChar char="○"/>
              <a:defRPr/>
            </a:lvl8pPr>
            <a:lvl9pPr marL="4114800" lvl="8" indent="-30480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 Alt 2">
  <p:cSld name="BLANK_1_1_1_1_2">
    <p:bg>
      <p:bgPr>
        <a:solidFill>
          <a:schemeClr val="accent1"/>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21" name="Google Shape;21;p3"/>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3"/>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 Alt 3">
  <p:cSld name="BLANK_1_1_1_1_2_1">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26" name="Google Shape;26;p4"/>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4"/>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 Alt 4">
  <p:cSld name="BLANK_1_1_1_1_2_1_1">
    <p:bg>
      <p:bgPr>
        <a:solidFill>
          <a:schemeClr val="lt1"/>
        </a:solid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cxnSp>
        <p:nvCxnSpPr>
          <p:cNvPr id="31" name="Google Shape;31;p5"/>
          <p:cNvCxnSpPr/>
          <p:nvPr/>
        </p:nvCxnSpPr>
        <p:spPr>
          <a:xfrm>
            <a:off x="283850" y="4683734"/>
            <a:ext cx="8573100" cy="0"/>
          </a:xfrm>
          <a:prstGeom prst="straightConnector1">
            <a:avLst/>
          </a:prstGeom>
          <a:noFill/>
          <a:ln w="9525" cap="flat" cmpd="sng">
            <a:solidFill>
              <a:schemeClr val="dk1"/>
            </a:solidFill>
            <a:prstDash val="solid"/>
            <a:round/>
            <a:headEnd type="none" w="med" len="med"/>
            <a:tailEnd type="none" w="med" len="med"/>
          </a:ln>
        </p:spPr>
      </p:cxnSp>
      <p:sp>
        <p:nvSpPr>
          <p:cNvPr id="32" name="Google Shape;32;p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34" name="Google Shape;34;p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 Alt 1">
  <p:cSld name="BLANK_1_1_1_1_1_1_1">
    <p:bg>
      <p:bgPr>
        <a:solidFill>
          <a:schemeClr val="lt1"/>
        </a:solidFill>
        <a:effectLst/>
      </p:bgPr>
    </p:bg>
    <p:spTree>
      <p:nvGrpSpPr>
        <p:cNvPr id="1"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w="9525" cap="flat" cmpd="sng">
            <a:solidFill>
              <a:schemeClr val="dk1"/>
            </a:solidFill>
            <a:prstDash val="solid"/>
            <a:round/>
            <a:headEnd type="none" w="med" len="med"/>
            <a:tailEnd type="none" w="med" len="med"/>
          </a:ln>
        </p:spPr>
      </p:cxnSp>
      <p:sp>
        <p:nvSpPr>
          <p:cNvPr id="37" name="Google Shape;37;p6"/>
          <p:cNvSpPr txBox="1">
            <a:spLocks noGrp="1"/>
          </p:cNvSpPr>
          <p:nvPr>
            <p:ph type="title"/>
          </p:nvPr>
        </p:nvSpPr>
        <p:spPr>
          <a:xfrm>
            <a:off x="283850" y="230676"/>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38" name="Google Shape;38;p6"/>
          <p:cNvSpPr txBox="1">
            <a:spLocks noGrp="1"/>
          </p:cNvSpPr>
          <p:nvPr>
            <p:ph type="subTitle" idx="1"/>
          </p:nvPr>
        </p:nvSpPr>
        <p:spPr>
          <a:xfrm>
            <a:off x="6214200" y="3602000"/>
            <a:ext cx="23865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39" name="Google Shape;39;p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6"/>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41" name="Google Shape;41;p6"/>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42" name="Google Shape;42;p6"/>
          <p:cNvSpPr>
            <a:spLocks noGrp="1"/>
          </p:cNvSpPr>
          <p:nvPr>
            <p:ph type="pic" idx="4"/>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 Alt 3">
  <p:cSld name="BLANK_3_1">
    <p:bg>
      <p:bgPr>
        <a:solidFill>
          <a:schemeClr val="accent3"/>
        </a:solidFill>
        <a:effectLst/>
      </p:bgPr>
    </p:bg>
    <p:spTree>
      <p:nvGrpSpPr>
        <p:cNvPr id="1"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6" name="Google Shape;46;p7"/>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47" name="Google Shape;47;p7"/>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48" name="Google Shape;48;p7"/>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49" name="Google Shape;49;p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50" name="Google Shape;50;p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 Alt 4">
  <p:cSld name="BLANK_3_1_1">
    <p:bg>
      <p:bgPr>
        <a:solidFill>
          <a:schemeClr val="accent1"/>
        </a:solidFill>
        <a:effectLst/>
      </p:bgPr>
    </p:bg>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53" name="Google Shape;53;p8"/>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54" name="Google Shape;54;p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8"/>
          <p:cNvSpPr>
            <a:spLocks noGrp="1"/>
          </p:cNvSpPr>
          <p:nvPr>
            <p:ph type="pic" idx="4"/>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Alt 2">
  <p:cSld name="BLANK_1_1_1_1_1_1_1_1_1_1_2">
    <p:bg>
      <p:bgPr>
        <a:solidFill>
          <a:schemeClr val="lt1"/>
        </a:solid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60" name="Google Shape;60;p9"/>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61" name="Google Shape;61;p9"/>
          <p:cNvSpPr txBox="1">
            <a:spLocks noGrp="1"/>
          </p:cNvSpPr>
          <p:nvPr>
            <p:ph type="title" idx="2"/>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genda - Alt 5">
  <p:cSld name="BLANK_1_1_1_1_1_1_1_1_1_1_1_2_1">
    <p:bg>
      <p:bgPr>
        <a:solidFill>
          <a:schemeClr val="lt1"/>
        </a:solidFill>
        <a:effectLst/>
      </p:bgPr>
    </p:bg>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283850" y="285900"/>
            <a:ext cx="4227600" cy="309300"/>
          </a:xfrm>
          <a:prstGeom prst="rect">
            <a:avLst/>
          </a:prstGeom>
        </p:spPr>
        <p:txBody>
          <a:bodyPr spcFirstLastPara="1" wrap="square" lIns="0" tIns="0" rIns="0" bIns="0" anchor="t" anchorCtr="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a:endParaRPr/>
          </a:p>
        </p:txBody>
      </p:sp>
      <p:sp>
        <p:nvSpPr>
          <p:cNvPr id="64" name="Google Shape;64;p10"/>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0"/>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6" name="Google Shape;66;p10"/>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7" name="Google Shape;67;p10"/>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68" name="Google Shape;68;p10"/>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69" name="Google Shape;69;p10"/>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0" name="Google Shape;70;p10"/>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71" name="Google Shape;71;p10"/>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2" name="Google Shape;72;p10"/>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73" name="Google Shape;73;p10"/>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4" name="Google Shape;74;p10"/>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body and image - Alt 3">
  <p:cSld name="CUSTOM_1">
    <p:bg>
      <p:bgPr>
        <a:solidFill>
          <a:schemeClr val="lt1"/>
        </a:solidFill>
        <a:effectLst/>
      </p:bgPr>
    </p:bg>
    <p:spTree>
      <p:nvGrpSpPr>
        <p:cNvPr id="1" name="Shape 75"/>
        <p:cNvGrpSpPr/>
        <p:nvPr/>
      </p:nvGrpSpPr>
      <p:grpSpPr>
        <a:xfrm>
          <a:off x="0" y="0"/>
          <a:ext cx="0" cy="0"/>
          <a:chOff x="0" y="0"/>
          <a:chExt cx="0" cy="0"/>
        </a:xfrm>
      </p:grpSpPr>
      <p:sp>
        <p:nvSpPr>
          <p:cNvPr id="76" name="Google Shape;76;p11"/>
          <p:cNvSpPr>
            <a:spLocks noGrp="1"/>
          </p:cNvSpPr>
          <p:nvPr>
            <p:ph type="pic" idx="2"/>
          </p:nvPr>
        </p:nvSpPr>
        <p:spPr>
          <a:xfrm>
            <a:off x="283850" y="2178075"/>
            <a:ext cx="4227600" cy="2505600"/>
          </a:xfrm>
          <a:prstGeom prst="rect">
            <a:avLst/>
          </a:prstGeom>
          <a:noFill/>
          <a:ln>
            <a:noFill/>
          </a:ln>
        </p:spPr>
      </p:sp>
      <p:sp>
        <p:nvSpPr>
          <p:cNvPr id="77" name="Google Shape;77;p1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78" name="Google Shape;78;p11"/>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79" name="Google Shape;79;p11"/>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0" name="Google Shape;80;p11"/>
          <p:cNvSpPr txBox="1">
            <a:spLocks noGrp="1"/>
          </p:cNvSpPr>
          <p:nvPr>
            <p:ph type="title" idx="4"/>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81" name="Google Shape;81;p11"/>
          <p:cNvSpPr txBox="1">
            <a:spLocks noGrp="1"/>
          </p:cNvSpPr>
          <p:nvPr>
            <p:ph type="body" idx="1"/>
          </p:nvPr>
        </p:nvSpPr>
        <p:spPr>
          <a:xfrm>
            <a:off x="4629300" y="2636275"/>
            <a:ext cx="42276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82" name="Google Shape;82;p11"/>
          <p:cNvSpPr/>
          <p:nvPr/>
        </p:nvSpPr>
        <p:spPr>
          <a:xfrm rot="10800000">
            <a:off x="8020323" y="286810"/>
            <a:ext cx="836528" cy="83636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3">
    <p:bg>
      <p:bgPr>
        <a:solidFill>
          <a:schemeClr val="lt1"/>
        </a:solidFill>
        <a:effectLst/>
      </p:bgPr>
    </p:bg>
    <p:spTree>
      <p:nvGrpSpPr>
        <p:cNvPr id="1" name="Shape 83"/>
        <p:cNvGrpSpPr/>
        <p:nvPr/>
      </p:nvGrpSpPr>
      <p:grpSpPr>
        <a:xfrm>
          <a:off x="0" y="0"/>
          <a:ext cx="0" cy="0"/>
          <a:chOff x="0" y="0"/>
          <a:chExt cx="0" cy="0"/>
        </a:xfrm>
      </p:grpSpPr>
      <p:sp>
        <p:nvSpPr>
          <p:cNvPr id="84" name="Google Shape;84;p12"/>
          <p:cNvSpPr>
            <a:spLocks noGrp="1"/>
          </p:cNvSpPr>
          <p:nvPr>
            <p:ph type="pic" idx="2"/>
          </p:nvPr>
        </p:nvSpPr>
        <p:spPr>
          <a:xfrm>
            <a:off x="4629750" y="0"/>
            <a:ext cx="4227000" cy="4683600"/>
          </a:xfrm>
          <a:prstGeom prst="roundRect">
            <a:avLst>
              <a:gd name="adj" fmla="val 0"/>
            </a:avLst>
          </a:prstGeom>
          <a:noFill/>
          <a:ln>
            <a:noFill/>
          </a:ln>
        </p:spPr>
      </p:sp>
      <p:sp>
        <p:nvSpPr>
          <p:cNvPr id="85" name="Google Shape;85;p1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2"/>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87" name="Google Shape;87;p12"/>
          <p:cNvSpPr txBox="1">
            <a:spLocks noGrp="1"/>
          </p:cNvSpPr>
          <p:nvPr>
            <p:ph type="body" idx="1"/>
          </p:nvPr>
        </p:nvSpPr>
        <p:spPr>
          <a:xfrm>
            <a:off x="763175" y="2599225"/>
            <a:ext cx="37488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88" name="Google Shape;88;p12"/>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9" name="Google Shape;89;p12"/>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body and image - Alt 5">
  <p:cSld name="BLANK_1_1_1_1_1_1_1_1_1_1_1_1_3_1_1">
    <p:bg>
      <p:bgPr>
        <a:solidFill>
          <a:schemeClr val="lt1"/>
        </a:solidFill>
        <a:effectLst/>
      </p:bgPr>
    </p:bg>
    <p:spTree>
      <p:nvGrpSpPr>
        <p:cNvPr id="1" name="Shape 90"/>
        <p:cNvGrpSpPr/>
        <p:nvPr/>
      </p:nvGrpSpPr>
      <p:grpSpPr>
        <a:xfrm>
          <a:off x="0" y="0"/>
          <a:ext cx="0" cy="0"/>
          <a:chOff x="0" y="0"/>
          <a:chExt cx="0" cy="0"/>
        </a:xfrm>
      </p:grpSpPr>
      <p:sp>
        <p:nvSpPr>
          <p:cNvPr id="91" name="Google Shape;91;p13"/>
          <p:cNvSpPr>
            <a:spLocks noGrp="1"/>
          </p:cNvSpPr>
          <p:nvPr>
            <p:ph type="pic" idx="2"/>
          </p:nvPr>
        </p:nvSpPr>
        <p:spPr>
          <a:xfrm>
            <a:off x="270275" y="3132475"/>
            <a:ext cx="2770500" cy="1551000"/>
          </a:xfrm>
          <a:prstGeom prst="roundRect">
            <a:avLst>
              <a:gd name="adj" fmla="val 0"/>
            </a:avLst>
          </a:prstGeom>
          <a:noFill/>
          <a:ln>
            <a:noFill/>
          </a:ln>
        </p:spPr>
      </p:sp>
      <p:sp>
        <p:nvSpPr>
          <p:cNvPr id="92" name="Google Shape;92;p13"/>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3"/>
          <p:cNvSpPr txBox="1">
            <a:spLocks noGrp="1"/>
          </p:cNvSpPr>
          <p:nvPr>
            <p:ph type="title"/>
          </p:nvPr>
        </p:nvSpPr>
        <p:spPr>
          <a:xfrm>
            <a:off x="283850" y="285900"/>
            <a:ext cx="6400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94" name="Google Shape;94;p13"/>
          <p:cNvSpPr txBox="1">
            <a:spLocks noGrp="1"/>
          </p:cNvSpPr>
          <p:nvPr>
            <p:ph type="body" idx="1"/>
          </p:nvPr>
        </p:nvSpPr>
        <p:spPr>
          <a:xfrm>
            <a:off x="6086325" y="2599225"/>
            <a:ext cx="27705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95" name="Google Shape;95;p13"/>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96" name="Google Shape;96;p13"/>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97" name="Google Shape;97;p13"/>
          <p:cNvSpPr txBox="1">
            <a:spLocks noGrp="1"/>
          </p:cNvSpPr>
          <p:nvPr>
            <p:ph type="body" idx="5"/>
          </p:nvPr>
        </p:nvSpPr>
        <p:spPr>
          <a:xfrm>
            <a:off x="3185700" y="2599225"/>
            <a:ext cx="2770500" cy="2084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 Alt 7">
  <p:cSld name="BLANK_1_1_1_1_1_1_1_1_1_1_1_1_2_1">
    <p:bg>
      <p:bgPr>
        <a:solidFill>
          <a:schemeClr val="lt1"/>
        </a:solidFill>
        <a:effectLst/>
      </p:bgPr>
    </p:bg>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4782150" y="285900"/>
            <a:ext cx="40749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00" name="Google Shape;100;p14"/>
          <p:cNvSpPr txBox="1">
            <a:spLocks noGrp="1"/>
          </p:cNvSpPr>
          <p:nvPr>
            <p:ph type="body" idx="1"/>
          </p:nvPr>
        </p:nvSpPr>
        <p:spPr>
          <a:xfrm>
            <a:off x="6086325" y="2636275"/>
            <a:ext cx="2770800" cy="20472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01" name="Google Shape;101;p14"/>
          <p:cNvSpPr txBox="1">
            <a:spLocks noGrp="1"/>
          </p:cNvSpPr>
          <p:nvPr>
            <p:ph type="body" idx="2"/>
          </p:nvPr>
        </p:nvSpPr>
        <p:spPr>
          <a:xfrm>
            <a:off x="4782375" y="2636275"/>
            <a:ext cx="11757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02" name="Google Shape;102;p14"/>
          <p:cNvSpPr>
            <a:spLocks noGrp="1"/>
          </p:cNvSpPr>
          <p:nvPr>
            <p:ph type="pic" idx="3"/>
          </p:nvPr>
        </p:nvSpPr>
        <p:spPr>
          <a:xfrm>
            <a:off x="283850" y="0"/>
            <a:ext cx="4227000" cy="4683600"/>
          </a:xfrm>
          <a:prstGeom prst="roundRect">
            <a:avLst>
              <a:gd name="adj" fmla="val 0"/>
            </a:avLst>
          </a:prstGeom>
          <a:noFill/>
          <a:ln>
            <a:noFill/>
          </a:ln>
        </p:spPr>
      </p:sp>
      <p:sp>
        <p:nvSpPr>
          <p:cNvPr id="103" name="Google Shape;103;p1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04" name="Google Shape;104;p14"/>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05" name="Google Shape;105;p14"/>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3_1_2">
    <p:bg>
      <p:bgPr>
        <a:solidFill>
          <a:schemeClr val="lt1"/>
        </a:solidFill>
        <a:effectLst/>
      </p:bgPr>
    </p:bg>
    <p:spTree>
      <p:nvGrpSpPr>
        <p:cNvPr id="1" name="Shape 106"/>
        <p:cNvGrpSpPr/>
        <p:nvPr/>
      </p:nvGrpSpPr>
      <p:grpSpPr>
        <a:xfrm>
          <a:off x="0" y="0"/>
          <a:ext cx="0" cy="0"/>
          <a:chOff x="0" y="0"/>
          <a:chExt cx="0" cy="0"/>
        </a:xfrm>
      </p:grpSpPr>
      <p:sp>
        <p:nvSpPr>
          <p:cNvPr id="107" name="Google Shape;107;p1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08" name="Google Shape;108;p15"/>
          <p:cNvSpPr txBox="1">
            <a:spLocks noGrp="1"/>
          </p:cNvSpPr>
          <p:nvPr>
            <p:ph type="title"/>
          </p:nvPr>
        </p:nvSpPr>
        <p:spPr>
          <a:xfrm>
            <a:off x="283850" y="285900"/>
            <a:ext cx="4227300" cy="7515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09" name="Google Shape;109;p1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0" name="Google Shape;110;p1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1" name="Google Shape;111;p15"/>
          <p:cNvSpPr txBox="1">
            <a:spLocks noGrp="1"/>
          </p:cNvSpPr>
          <p:nvPr>
            <p:ph type="body" idx="1"/>
          </p:nvPr>
        </p:nvSpPr>
        <p:spPr>
          <a:xfrm>
            <a:off x="4632000" y="285900"/>
            <a:ext cx="4227300" cy="1154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12" name="Google Shape;112;p15"/>
          <p:cNvSpPr txBox="1">
            <a:spLocks noGrp="1"/>
          </p:cNvSpPr>
          <p:nvPr>
            <p:ph type="subTitle" idx="4"/>
          </p:nvPr>
        </p:nvSpPr>
        <p:spPr>
          <a:xfrm>
            <a:off x="28862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3" name="Google Shape;113;p15"/>
          <p:cNvSpPr txBox="1">
            <a:spLocks noGrp="1"/>
          </p:cNvSpPr>
          <p:nvPr>
            <p:ph type="body" idx="5"/>
          </p:nvPr>
        </p:nvSpPr>
        <p:spPr>
          <a:xfrm>
            <a:off x="288625" y="2891825"/>
            <a:ext cx="2050800" cy="1507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Char char="●"/>
              <a:defRPr sz="1000">
                <a:solidFill>
                  <a:schemeClr val="dk1"/>
                </a:solidFill>
              </a:defRPr>
            </a:lvl1pPr>
            <a:lvl2pPr marL="914400" lvl="1" indent="-292100">
              <a:spcBef>
                <a:spcPts val="0"/>
              </a:spcBef>
              <a:spcAft>
                <a:spcPts val="0"/>
              </a:spcAft>
              <a:buClr>
                <a:schemeClr val="dk1"/>
              </a:buClr>
              <a:buSzPts val="1000"/>
              <a:buChar char="○"/>
              <a:defRPr sz="1000">
                <a:solidFill>
                  <a:schemeClr val="dk1"/>
                </a:solidFill>
              </a:defRPr>
            </a:lvl2pPr>
            <a:lvl3pPr marL="1371600" lvl="2" indent="-292100">
              <a:spcBef>
                <a:spcPts val="0"/>
              </a:spcBef>
              <a:spcAft>
                <a:spcPts val="0"/>
              </a:spcAft>
              <a:buClr>
                <a:schemeClr val="dk1"/>
              </a:buClr>
              <a:buSzPts val="1000"/>
              <a:buChar char="■"/>
              <a:defRPr sz="1000">
                <a:solidFill>
                  <a:schemeClr val="dk1"/>
                </a:solidFill>
              </a:defRPr>
            </a:lvl3pPr>
            <a:lvl4pPr marL="1828800" lvl="3" indent="-292100">
              <a:spcBef>
                <a:spcPts val="0"/>
              </a:spcBef>
              <a:spcAft>
                <a:spcPts val="0"/>
              </a:spcAft>
              <a:buClr>
                <a:schemeClr val="dk1"/>
              </a:buClr>
              <a:buSzPts val="1000"/>
              <a:buChar char="●"/>
              <a:defRPr sz="1000">
                <a:solidFill>
                  <a:schemeClr val="dk1"/>
                </a:solidFill>
              </a:defRPr>
            </a:lvl4pPr>
            <a:lvl5pPr marL="2286000" lvl="4" indent="-292100">
              <a:spcBef>
                <a:spcPts val="0"/>
              </a:spcBef>
              <a:spcAft>
                <a:spcPts val="0"/>
              </a:spcAft>
              <a:buClr>
                <a:schemeClr val="dk1"/>
              </a:buClr>
              <a:buSzPts val="1000"/>
              <a:buChar char="○"/>
              <a:defRPr sz="1000">
                <a:solidFill>
                  <a:schemeClr val="dk1"/>
                </a:solidFill>
              </a:defRPr>
            </a:lvl5pPr>
            <a:lvl6pPr marL="2743200" lvl="5" indent="-292100">
              <a:spcBef>
                <a:spcPts val="0"/>
              </a:spcBef>
              <a:spcAft>
                <a:spcPts val="0"/>
              </a:spcAft>
              <a:buClr>
                <a:schemeClr val="dk1"/>
              </a:buClr>
              <a:buSzPts val="1000"/>
              <a:buChar char="■"/>
              <a:defRPr sz="1000">
                <a:solidFill>
                  <a:schemeClr val="dk1"/>
                </a:solidFill>
              </a:defRPr>
            </a:lvl6pPr>
            <a:lvl7pPr marL="3200400" lvl="6" indent="-292100">
              <a:spcBef>
                <a:spcPts val="0"/>
              </a:spcBef>
              <a:spcAft>
                <a:spcPts val="0"/>
              </a:spcAft>
              <a:buClr>
                <a:schemeClr val="dk1"/>
              </a:buClr>
              <a:buSzPts val="1000"/>
              <a:buChar char="●"/>
              <a:defRPr sz="1000">
                <a:solidFill>
                  <a:schemeClr val="dk1"/>
                </a:solidFill>
              </a:defRPr>
            </a:lvl7pPr>
            <a:lvl8pPr marL="3657600" lvl="7" indent="-292100">
              <a:spcBef>
                <a:spcPts val="0"/>
              </a:spcBef>
              <a:spcAft>
                <a:spcPts val="0"/>
              </a:spcAft>
              <a:buClr>
                <a:schemeClr val="dk1"/>
              </a:buClr>
              <a:buSzPts val="1000"/>
              <a:buChar char="○"/>
              <a:defRPr sz="1000">
                <a:solidFill>
                  <a:schemeClr val="dk1"/>
                </a:solidFill>
              </a:defRPr>
            </a:lvl8pPr>
            <a:lvl9pPr marL="4114800" lvl="8" indent="-292100">
              <a:spcBef>
                <a:spcPts val="0"/>
              </a:spcBef>
              <a:spcAft>
                <a:spcPts val="0"/>
              </a:spcAft>
              <a:buClr>
                <a:schemeClr val="dk1"/>
              </a:buClr>
              <a:buSzPts val="1000"/>
              <a:buChar char="■"/>
              <a:defRPr sz="1000">
                <a:solidFill>
                  <a:schemeClr val="dk1"/>
                </a:solidFill>
              </a:defRPr>
            </a:lvl9pPr>
          </a:lstStyle>
          <a:p>
            <a:endParaRPr/>
          </a:p>
        </p:txBody>
      </p:sp>
      <p:sp>
        <p:nvSpPr>
          <p:cNvPr id="114" name="Google Shape;114;p15"/>
          <p:cNvSpPr txBox="1">
            <a:spLocks noGrp="1"/>
          </p:cNvSpPr>
          <p:nvPr>
            <p:ph type="subTitle" idx="6"/>
          </p:nvPr>
        </p:nvSpPr>
        <p:spPr>
          <a:xfrm>
            <a:off x="245670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5" name="Google Shape;115;p15"/>
          <p:cNvSpPr txBox="1">
            <a:spLocks noGrp="1"/>
          </p:cNvSpPr>
          <p:nvPr>
            <p:ph type="body" idx="7"/>
          </p:nvPr>
        </p:nvSpPr>
        <p:spPr>
          <a:xfrm>
            <a:off x="245670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16" name="Google Shape;116;p15"/>
          <p:cNvSpPr txBox="1">
            <a:spLocks noGrp="1"/>
          </p:cNvSpPr>
          <p:nvPr>
            <p:ph type="subTitle" idx="8"/>
          </p:nvPr>
        </p:nvSpPr>
        <p:spPr>
          <a:xfrm>
            <a:off x="462937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7" name="Google Shape;117;p15"/>
          <p:cNvSpPr txBox="1">
            <a:spLocks noGrp="1"/>
          </p:cNvSpPr>
          <p:nvPr>
            <p:ph type="body" idx="9"/>
          </p:nvPr>
        </p:nvSpPr>
        <p:spPr>
          <a:xfrm>
            <a:off x="4629375"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18" name="Google Shape;118;p15"/>
          <p:cNvSpPr txBox="1">
            <a:spLocks noGrp="1"/>
          </p:cNvSpPr>
          <p:nvPr>
            <p:ph type="subTitle" idx="13"/>
          </p:nvPr>
        </p:nvSpPr>
        <p:spPr>
          <a:xfrm>
            <a:off x="680205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9" name="Google Shape;119;p15"/>
          <p:cNvSpPr txBox="1">
            <a:spLocks noGrp="1"/>
          </p:cNvSpPr>
          <p:nvPr>
            <p:ph type="body" idx="14"/>
          </p:nvPr>
        </p:nvSpPr>
        <p:spPr>
          <a:xfrm>
            <a:off x="680205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 Alt 5">
  <p:cSld name="BLANK_1_1_1_1_1_1_1_1_1_1_1_1_1_2_1_2_1">
    <p:bg>
      <p:bgPr>
        <a:solidFill>
          <a:schemeClr val="lt1"/>
        </a:solidFill>
        <a:effectLst/>
      </p:bgPr>
    </p:bg>
    <p:spTree>
      <p:nvGrpSpPr>
        <p:cNvPr id="1" name="Shape 120"/>
        <p:cNvGrpSpPr/>
        <p:nvPr/>
      </p:nvGrpSpPr>
      <p:grpSpPr>
        <a:xfrm>
          <a:off x="0" y="0"/>
          <a:ext cx="0" cy="0"/>
          <a:chOff x="0" y="0"/>
          <a:chExt cx="0" cy="0"/>
        </a:xfrm>
      </p:grpSpPr>
      <p:sp>
        <p:nvSpPr>
          <p:cNvPr id="121" name="Google Shape;121;p16"/>
          <p:cNvSpPr txBox="1">
            <a:spLocks noGrp="1"/>
          </p:cNvSpPr>
          <p:nvPr>
            <p:ph type="subTitle" idx="1"/>
          </p:nvPr>
        </p:nvSpPr>
        <p:spPr>
          <a:xfrm>
            <a:off x="288625" y="2636275"/>
            <a:ext cx="1005000" cy="972000"/>
          </a:xfrm>
          <a:prstGeom prst="rect">
            <a:avLst/>
          </a:prstGeom>
        </p:spPr>
        <p:txBody>
          <a:bodyPr spcFirstLastPara="1" wrap="square" lIns="0" tIns="0" rIns="0" bIns="0" anchor="t"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2" name="Google Shape;122;p16"/>
          <p:cNvSpPr txBox="1">
            <a:spLocks noGrp="1"/>
          </p:cNvSpPr>
          <p:nvPr>
            <p:ph type="subTitle" idx="2"/>
          </p:nvPr>
        </p:nvSpPr>
        <p:spPr>
          <a:xfrm>
            <a:off x="288625"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3" name="Google Shape;123;p16"/>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4" name="Google Shape;124;p16"/>
          <p:cNvSpPr txBox="1">
            <a:spLocks noGrp="1"/>
          </p:cNvSpPr>
          <p:nvPr>
            <p:ph type="body" idx="4"/>
          </p:nvPr>
        </p:nvSpPr>
        <p:spPr>
          <a:xfrm>
            <a:off x="6091950" y="2635425"/>
            <a:ext cx="2764800" cy="972000"/>
          </a:xfrm>
          <a:prstGeom prst="rect">
            <a:avLst/>
          </a:prstGeom>
        </p:spPr>
        <p:txBody>
          <a:bodyPr spcFirstLastPara="1" wrap="square" lIns="0" tIns="0" rIns="0" bIns="0" anchor="ctr" anchorCtr="0">
            <a:no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
        <p:nvSpPr>
          <p:cNvPr id="125" name="Google Shape;125;p16"/>
          <p:cNvSpPr txBox="1">
            <a:spLocks noGrp="1"/>
          </p:cNvSpPr>
          <p:nvPr>
            <p:ph type="body" idx="5"/>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26" name="Google Shape;126;p16"/>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16"/>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28" name="Google Shape;128;p16"/>
          <p:cNvSpPr txBox="1">
            <a:spLocks noGrp="1"/>
          </p:cNvSpPr>
          <p:nvPr>
            <p:ph type="body" idx="6"/>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29" name="Google Shape;129;p16"/>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0" name="Google Shape;130;p16"/>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1" name="Google Shape;131;p16"/>
          <p:cNvSpPr txBox="1">
            <a:spLocks noGrp="1"/>
          </p:cNvSpPr>
          <p:nvPr>
            <p:ph type="subTitle" idx="9"/>
          </p:nvPr>
        </p:nvSpPr>
        <p:spPr>
          <a:xfrm>
            <a:off x="1648600" y="2636275"/>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a:endParaRPr/>
          </a:p>
        </p:txBody>
      </p:sp>
      <p:sp>
        <p:nvSpPr>
          <p:cNvPr id="132" name="Google Shape;132;p16"/>
          <p:cNvSpPr txBox="1">
            <a:spLocks noGrp="1"/>
          </p:cNvSpPr>
          <p:nvPr>
            <p:ph type="subTitle" idx="13"/>
          </p:nvPr>
        </p:nvSpPr>
        <p:spPr>
          <a:xfrm>
            <a:off x="1648600" y="1552438"/>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a:endParaRPr/>
          </a:p>
        </p:txBody>
      </p:sp>
      <p:sp>
        <p:nvSpPr>
          <p:cNvPr id="133" name="Google Shape;133;p16"/>
          <p:cNvSpPr txBox="1">
            <a:spLocks noGrp="1"/>
          </p:cNvSpPr>
          <p:nvPr>
            <p:ph type="subTitle" idx="14"/>
          </p:nvPr>
        </p:nvSpPr>
        <p:spPr>
          <a:xfrm>
            <a:off x="1648600" y="3707613"/>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big ideas - Alt 6">
  <p:cSld name="BLANK_1_1_1_1_1_1_1_1_1_1_1_1_1_2_1_2_1_1">
    <p:bg>
      <p:bgPr>
        <a:solidFill>
          <a:schemeClr val="lt1"/>
        </a:solidFill>
        <a:effectLst/>
      </p:bgPr>
    </p:bg>
    <p:spTree>
      <p:nvGrpSpPr>
        <p:cNvPr id="1" name="Shape 134"/>
        <p:cNvGrpSpPr/>
        <p:nvPr/>
      </p:nvGrpSpPr>
      <p:grpSpPr>
        <a:xfrm>
          <a:off x="0" y="0"/>
          <a:ext cx="0" cy="0"/>
          <a:chOff x="0" y="0"/>
          <a:chExt cx="0" cy="0"/>
        </a:xfrm>
      </p:grpSpPr>
      <p:sp>
        <p:nvSpPr>
          <p:cNvPr id="135" name="Google Shape;135;p17"/>
          <p:cNvSpPr txBox="1">
            <a:spLocks noGrp="1"/>
          </p:cNvSpPr>
          <p:nvPr>
            <p:ph type="subTitle" idx="1"/>
          </p:nvPr>
        </p:nvSpPr>
        <p:spPr>
          <a:xfrm>
            <a:off x="3185700"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6" name="Google Shape;136;p17"/>
          <p:cNvSpPr txBox="1">
            <a:spLocks noGrp="1"/>
          </p:cNvSpPr>
          <p:nvPr>
            <p:ph type="subTitle" idx="2"/>
          </p:nvPr>
        </p:nvSpPr>
        <p:spPr>
          <a:xfrm>
            <a:off x="1736388" y="26362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7" name="Google Shape;137;p17"/>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8" name="Google Shape;138;p17"/>
          <p:cNvSpPr txBox="1">
            <a:spLocks noGrp="1"/>
          </p:cNvSpPr>
          <p:nvPr>
            <p:ph type="body" idx="4"/>
          </p:nvPr>
        </p:nvSpPr>
        <p:spPr>
          <a:xfrm>
            <a:off x="3187500" y="2635425"/>
            <a:ext cx="4227000" cy="972000"/>
          </a:xfrm>
          <a:prstGeom prst="rect">
            <a:avLst/>
          </a:prstGeom>
        </p:spPr>
        <p:txBody>
          <a:bodyPr spcFirstLastPara="1" wrap="square" lIns="0" tIns="0" rIns="0" bIns="0" anchor="ctr" anchorCtr="0">
            <a:noAutofit/>
          </a:bodyPr>
          <a:lstStyle>
            <a:lvl1pPr marL="457200" lvl="0" indent="-304800">
              <a:lnSpc>
                <a:spcPct val="100000"/>
              </a:lnSpc>
              <a:spcBef>
                <a:spcPts val="0"/>
              </a:spcBef>
              <a:spcAft>
                <a:spcPts val="0"/>
              </a:spcAft>
              <a:buClr>
                <a:schemeClr val="dk1"/>
              </a:buClr>
              <a:buSzPts val="1200"/>
              <a:buFont typeface="Inter"/>
              <a:buChar char="●"/>
              <a:defRPr>
                <a:solidFill>
                  <a:schemeClr val="dk1"/>
                </a:solidFill>
              </a:defRPr>
            </a:lvl1pPr>
            <a:lvl2pPr marL="914400" lvl="1" indent="-304800">
              <a:lnSpc>
                <a:spcPct val="100000"/>
              </a:lnSpc>
              <a:spcBef>
                <a:spcPts val="0"/>
              </a:spcBef>
              <a:spcAft>
                <a:spcPts val="0"/>
              </a:spcAft>
              <a:buClr>
                <a:schemeClr val="dk1"/>
              </a:buClr>
              <a:buSzPts val="1200"/>
              <a:buFont typeface="Inter"/>
              <a:buChar char="○"/>
              <a:defRPr>
                <a:solidFill>
                  <a:schemeClr val="dk1"/>
                </a:solidFill>
              </a:defRPr>
            </a:lvl2pPr>
            <a:lvl3pPr marL="1371600" lvl="2" indent="-304800">
              <a:lnSpc>
                <a:spcPct val="100000"/>
              </a:lnSpc>
              <a:spcBef>
                <a:spcPts val="0"/>
              </a:spcBef>
              <a:spcAft>
                <a:spcPts val="0"/>
              </a:spcAft>
              <a:buClr>
                <a:schemeClr val="dk1"/>
              </a:buClr>
              <a:buSzPts val="1200"/>
              <a:buFont typeface="Inter"/>
              <a:buChar char="■"/>
              <a:defRPr>
                <a:solidFill>
                  <a:schemeClr val="dk1"/>
                </a:solidFill>
              </a:defRPr>
            </a:lvl3pPr>
            <a:lvl4pPr marL="1828800" lvl="3" indent="-304800">
              <a:lnSpc>
                <a:spcPct val="100000"/>
              </a:lnSpc>
              <a:spcBef>
                <a:spcPts val="0"/>
              </a:spcBef>
              <a:spcAft>
                <a:spcPts val="0"/>
              </a:spcAft>
              <a:buClr>
                <a:schemeClr val="dk1"/>
              </a:buClr>
              <a:buSzPts val="1200"/>
              <a:buFont typeface="Inter"/>
              <a:buChar char="●"/>
              <a:defRPr>
                <a:solidFill>
                  <a:schemeClr val="dk1"/>
                </a:solidFill>
              </a:defRPr>
            </a:lvl4pPr>
            <a:lvl5pPr marL="2286000" lvl="4" indent="-304800">
              <a:lnSpc>
                <a:spcPct val="100000"/>
              </a:lnSpc>
              <a:spcBef>
                <a:spcPts val="0"/>
              </a:spcBef>
              <a:spcAft>
                <a:spcPts val="0"/>
              </a:spcAft>
              <a:buClr>
                <a:schemeClr val="dk1"/>
              </a:buClr>
              <a:buSzPts val="1200"/>
              <a:buFont typeface="Inter"/>
              <a:buChar char="○"/>
              <a:defRPr>
                <a:solidFill>
                  <a:schemeClr val="dk1"/>
                </a:solidFill>
              </a:defRPr>
            </a:lvl5pPr>
            <a:lvl6pPr marL="2743200" lvl="5" indent="-304800">
              <a:lnSpc>
                <a:spcPct val="100000"/>
              </a:lnSpc>
              <a:spcBef>
                <a:spcPts val="0"/>
              </a:spcBef>
              <a:spcAft>
                <a:spcPts val="0"/>
              </a:spcAft>
              <a:buClr>
                <a:schemeClr val="dk1"/>
              </a:buClr>
              <a:buSzPts val="1200"/>
              <a:buFont typeface="Inter"/>
              <a:buChar char="■"/>
              <a:defRPr>
                <a:solidFill>
                  <a:schemeClr val="dk1"/>
                </a:solidFill>
              </a:defRPr>
            </a:lvl6pPr>
            <a:lvl7pPr marL="3200400" lvl="6" indent="-304800">
              <a:lnSpc>
                <a:spcPct val="100000"/>
              </a:lnSpc>
              <a:spcBef>
                <a:spcPts val="0"/>
              </a:spcBef>
              <a:spcAft>
                <a:spcPts val="0"/>
              </a:spcAft>
              <a:buClr>
                <a:schemeClr val="dk1"/>
              </a:buClr>
              <a:buSzPts val="1200"/>
              <a:buFont typeface="Inter"/>
              <a:buChar char="●"/>
              <a:defRPr>
                <a:solidFill>
                  <a:schemeClr val="dk1"/>
                </a:solidFill>
              </a:defRPr>
            </a:lvl7pPr>
            <a:lvl8pPr marL="3657600" lvl="7" indent="-304800">
              <a:lnSpc>
                <a:spcPct val="100000"/>
              </a:lnSpc>
              <a:spcBef>
                <a:spcPts val="0"/>
              </a:spcBef>
              <a:spcAft>
                <a:spcPts val="0"/>
              </a:spcAft>
              <a:buClr>
                <a:schemeClr val="dk1"/>
              </a:buClr>
              <a:buSzPts val="1200"/>
              <a:buFont typeface="Inter"/>
              <a:buChar char="○"/>
              <a:defRPr>
                <a:solidFill>
                  <a:schemeClr val="dk1"/>
                </a:solidFill>
              </a:defRPr>
            </a:lvl8pPr>
            <a:lvl9pPr marL="4114800" lvl="8" indent="-304800">
              <a:lnSpc>
                <a:spcPct val="100000"/>
              </a:lnSpc>
              <a:spcBef>
                <a:spcPts val="0"/>
              </a:spcBef>
              <a:spcAft>
                <a:spcPts val="0"/>
              </a:spcAft>
              <a:buClr>
                <a:schemeClr val="dk1"/>
              </a:buClr>
              <a:buSzPts val="1200"/>
              <a:buFont typeface="Inter"/>
              <a:buChar char="■"/>
              <a:defRPr>
                <a:solidFill>
                  <a:schemeClr val="dk1"/>
                </a:solidFill>
              </a:defRPr>
            </a:lvl9pPr>
          </a:lstStyle>
          <a:p>
            <a:endParaRPr/>
          </a:p>
        </p:txBody>
      </p:sp>
      <p:sp>
        <p:nvSpPr>
          <p:cNvPr id="139" name="Google Shape;139;p17"/>
          <p:cNvSpPr txBox="1">
            <a:spLocks noGrp="1"/>
          </p:cNvSpPr>
          <p:nvPr>
            <p:ph type="body" idx="5"/>
          </p:nvPr>
        </p:nvSpPr>
        <p:spPr>
          <a:xfrm>
            <a:off x="4629750" y="3706771"/>
            <a:ext cx="4227000" cy="972000"/>
          </a:xfrm>
          <a:prstGeom prst="rect">
            <a:avLst/>
          </a:prstGeom>
        </p:spPr>
        <p:txBody>
          <a:bodyPr spcFirstLastPara="1" wrap="square" lIns="0" tIns="0" rIns="0" bIns="0" anchor="ctr"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40" name="Google Shape;140;p1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7"/>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42" name="Google Shape;142;p17"/>
          <p:cNvSpPr txBox="1">
            <a:spLocks noGrp="1"/>
          </p:cNvSpPr>
          <p:nvPr>
            <p:ph type="body" idx="6"/>
          </p:nvPr>
        </p:nvSpPr>
        <p:spPr>
          <a:xfrm>
            <a:off x="1736400" y="1553875"/>
            <a:ext cx="4227000" cy="9720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43" name="Google Shape;143;p17"/>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4" name="Google Shape;144;p17"/>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big ideas - Alt 8">
  <p:cSld name="BLANK_1_1_1_1_1_1_1_1_1_1_1_1_1_2_1_1_1">
    <p:spTree>
      <p:nvGrpSpPr>
        <p:cNvPr id="1" name="Shape 145"/>
        <p:cNvGrpSpPr/>
        <p:nvPr/>
      </p:nvGrpSpPr>
      <p:grpSpPr>
        <a:xfrm>
          <a:off x="0" y="0"/>
          <a:ext cx="0" cy="0"/>
          <a:chOff x="0" y="0"/>
          <a:chExt cx="0" cy="0"/>
        </a:xfrm>
      </p:grpSpPr>
      <p:sp>
        <p:nvSpPr>
          <p:cNvPr id="146" name="Google Shape;146;p1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7" name="Google Shape;147;p18"/>
          <p:cNvSpPr txBox="1">
            <a:spLocks noGrp="1"/>
          </p:cNvSpPr>
          <p:nvPr>
            <p:ph type="title"/>
          </p:nvPr>
        </p:nvSpPr>
        <p:spPr>
          <a:xfrm>
            <a:off x="283850" y="285900"/>
            <a:ext cx="5674200" cy="2235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148" name="Google Shape;148;p1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18"/>
          <p:cNvSpPr txBox="1">
            <a:spLocks noGrp="1"/>
          </p:cNvSpPr>
          <p:nvPr>
            <p:ph type="body" idx="1"/>
          </p:nvPr>
        </p:nvSpPr>
        <p:spPr>
          <a:xfrm>
            <a:off x="24568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1" name="Google Shape;151;p18"/>
          <p:cNvSpPr txBox="1">
            <a:spLocks noGrp="1"/>
          </p:cNvSpPr>
          <p:nvPr>
            <p:ph type="body" idx="4"/>
          </p:nvPr>
        </p:nvSpPr>
        <p:spPr>
          <a:xfrm>
            <a:off x="46297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2" name="Google Shape;152;p18"/>
          <p:cNvSpPr txBox="1">
            <a:spLocks noGrp="1"/>
          </p:cNvSpPr>
          <p:nvPr>
            <p:ph type="body" idx="5"/>
          </p:nvPr>
        </p:nvSpPr>
        <p:spPr>
          <a:xfrm>
            <a:off x="6802050" y="3716975"/>
            <a:ext cx="20547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big ideas - Alt 9">
  <p:cSld name="BLANK_1_1_1_1_1_1_1_1_1_1_1_1_1_2_1_1_2">
    <p:spTree>
      <p:nvGrpSpPr>
        <p:cNvPr id="1" name="Shape 153"/>
        <p:cNvGrpSpPr/>
        <p:nvPr/>
      </p:nvGrpSpPr>
      <p:grpSpPr>
        <a:xfrm>
          <a:off x="0" y="0"/>
          <a:ext cx="0" cy="0"/>
          <a:chOff x="0" y="0"/>
          <a:chExt cx="0" cy="0"/>
        </a:xfrm>
      </p:grpSpPr>
      <p:sp>
        <p:nvSpPr>
          <p:cNvPr id="154" name="Google Shape;154;p19"/>
          <p:cNvSpPr txBox="1">
            <a:spLocks noGrp="1"/>
          </p:cNvSpPr>
          <p:nvPr>
            <p:ph type="body" idx="1"/>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5" name="Google Shape;155;p19"/>
          <p:cNvSpPr txBox="1">
            <a:spLocks noGrp="1"/>
          </p:cNvSpPr>
          <p:nvPr>
            <p:ph type="body" idx="2"/>
          </p:nvPr>
        </p:nvSpPr>
        <p:spPr>
          <a:xfrm>
            <a:off x="6091950" y="263542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6" name="Google Shape;156;p19"/>
          <p:cNvSpPr txBox="1">
            <a:spLocks noGrp="1"/>
          </p:cNvSpPr>
          <p:nvPr>
            <p:ph type="body" idx="3"/>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7" name="Google Shape;157;p19"/>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a:endParaRPr/>
          </a:p>
        </p:txBody>
      </p:sp>
      <p:sp>
        <p:nvSpPr>
          <p:cNvPr id="158" name="Google Shape;158;p19"/>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19"/>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19"/>
          <p:cNvSpPr txBox="1">
            <a:spLocks noGrp="1"/>
          </p:cNvSpPr>
          <p:nvPr>
            <p:ph type="subTitle" idx="6"/>
          </p:nvPr>
        </p:nvSpPr>
        <p:spPr>
          <a:xfrm>
            <a:off x="288625" y="15555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1" name="Google Shape;161;p19"/>
          <p:cNvSpPr txBox="1">
            <a:spLocks noGrp="1"/>
          </p:cNvSpPr>
          <p:nvPr>
            <p:ph type="subTitle" idx="7"/>
          </p:nvPr>
        </p:nvSpPr>
        <p:spPr>
          <a:xfrm>
            <a:off x="288625" y="26362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2" name="Google Shape;162;p19"/>
          <p:cNvSpPr txBox="1">
            <a:spLocks noGrp="1"/>
          </p:cNvSpPr>
          <p:nvPr>
            <p:ph type="subTitle" idx="8"/>
          </p:nvPr>
        </p:nvSpPr>
        <p:spPr>
          <a:xfrm>
            <a:off x="288625" y="37169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3" name="Google Shape;163;p1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big ideas - Alt 10">
  <p:cSld name="BLANK_1_1_1_1_1_1_1_1_1_1_1_1_1_2_1_3">
    <p:bg>
      <p:bgPr>
        <a:solidFill>
          <a:schemeClr val="accent3"/>
        </a:solidFill>
        <a:effectLst/>
      </p:bgPr>
    </p:bg>
    <p:spTree>
      <p:nvGrpSpPr>
        <p:cNvPr id="1" name="Shape 164"/>
        <p:cNvGrpSpPr/>
        <p:nvPr/>
      </p:nvGrpSpPr>
      <p:grpSpPr>
        <a:xfrm>
          <a:off x="0" y="0"/>
          <a:ext cx="0" cy="0"/>
          <a:chOff x="0" y="0"/>
          <a:chExt cx="0" cy="0"/>
        </a:xfrm>
      </p:grpSpPr>
      <p:sp>
        <p:nvSpPr>
          <p:cNvPr id="165" name="Google Shape;165;p20"/>
          <p:cNvSpPr txBox="1">
            <a:spLocks noGrp="1"/>
          </p:cNvSpPr>
          <p:nvPr>
            <p:ph type="subTitle" idx="1"/>
          </p:nvPr>
        </p:nvSpPr>
        <p:spPr>
          <a:xfrm>
            <a:off x="4629000" y="28590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66" name="Google Shape;166;p2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67" name="Google Shape;167;p20"/>
          <p:cNvSpPr txBox="1">
            <a:spLocks noGrp="1"/>
          </p:cNvSpPr>
          <p:nvPr>
            <p:ph type="title"/>
          </p:nvPr>
        </p:nvSpPr>
        <p:spPr>
          <a:xfrm>
            <a:off x="283850" y="285900"/>
            <a:ext cx="2764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68" name="Google Shape;168;p20"/>
          <p:cNvSpPr txBox="1">
            <a:spLocks noGrp="1"/>
          </p:cNvSpPr>
          <p:nvPr>
            <p:ph type="body" idx="2"/>
          </p:nvPr>
        </p:nvSpPr>
        <p:spPr>
          <a:xfrm>
            <a:off x="4629450" y="786100"/>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69" name="Google Shape;169;p20"/>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0" name="Google Shape;170;p20"/>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1" name="Google Shape;171;p20"/>
          <p:cNvSpPr txBox="1">
            <a:spLocks noGrp="1"/>
          </p:cNvSpPr>
          <p:nvPr>
            <p:ph type="subTitle" idx="5"/>
          </p:nvPr>
        </p:nvSpPr>
        <p:spPr>
          <a:xfrm>
            <a:off x="4629000" y="175185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72" name="Google Shape;172;p20"/>
          <p:cNvSpPr txBox="1">
            <a:spLocks noGrp="1"/>
          </p:cNvSpPr>
          <p:nvPr>
            <p:ph type="body" idx="6"/>
          </p:nvPr>
        </p:nvSpPr>
        <p:spPr>
          <a:xfrm>
            <a:off x="4629450" y="2252055"/>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3" name="Google Shape;173;p20"/>
          <p:cNvSpPr txBox="1">
            <a:spLocks noGrp="1"/>
          </p:cNvSpPr>
          <p:nvPr>
            <p:ph type="subTitle" idx="7"/>
          </p:nvPr>
        </p:nvSpPr>
        <p:spPr>
          <a:xfrm>
            <a:off x="4629000" y="3217788"/>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74" name="Google Shape;174;p20"/>
          <p:cNvSpPr txBox="1">
            <a:spLocks noGrp="1"/>
          </p:cNvSpPr>
          <p:nvPr>
            <p:ph type="body" idx="8"/>
          </p:nvPr>
        </p:nvSpPr>
        <p:spPr>
          <a:xfrm>
            <a:off x="4629450" y="3717997"/>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5" name="Google Shape;175;p20"/>
          <p:cNvSpPr txBox="1">
            <a:spLocks noGrp="1"/>
          </p:cNvSpPr>
          <p:nvPr>
            <p:ph type="body" idx="9"/>
          </p:nvPr>
        </p:nvSpPr>
        <p:spPr>
          <a:xfrm>
            <a:off x="284850" y="3717988"/>
            <a:ext cx="2055300" cy="804300"/>
          </a:xfrm>
          <a:prstGeom prst="rect">
            <a:avLst/>
          </a:prstGeom>
        </p:spPr>
        <p:txBody>
          <a:bodyPr spcFirstLastPara="1" wrap="square" lIns="0" tIns="0" rIns="182875" bIns="0" anchor="t" anchorCtr="0">
            <a:sp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image grid and description">
  <p:cSld name="CUSTOM">
    <p:bg>
      <p:bgPr>
        <a:solidFill>
          <a:schemeClr val="accent3"/>
        </a:solidFill>
        <a:effectLst/>
      </p:bgPr>
    </p:bg>
    <p:spTree>
      <p:nvGrpSpPr>
        <p:cNvPr id="1" name="Shape 176"/>
        <p:cNvGrpSpPr/>
        <p:nvPr/>
      </p:nvGrpSpPr>
      <p:grpSpPr>
        <a:xfrm>
          <a:off x="0" y="0"/>
          <a:ext cx="0" cy="0"/>
          <a:chOff x="0" y="0"/>
          <a:chExt cx="0" cy="0"/>
        </a:xfrm>
      </p:grpSpPr>
      <p:sp>
        <p:nvSpPr>
          <p:cNvPr id="177" name="Google Shape;177;p21"/>
          <p:cNvSpPr>
            <a:spLocks noGrp="1"/>
          </p:cNvSpPr>
          <p:nvPr>
            <p:ph type="pic" idx="2"/>
          </p:nvPr>
        </p:nvSpPr>
        <p:spPr>
          <a:xfrm>
            <a:off x="4629750" y="286075"/>
            <a:ext cx="1257900" cy="1261500"/>
          </a:xfrm>
          <a:prstGeom prst="rect">
            <a:avLst/>
          </a:prstGeom>
          <a:noFill/>
          <a:ln>
            <a:noFill/>
          </a:ln>
        </p:spPr>
      </p:sp>
      <p:sp>
        <p:nvSpPr>
          <p:cNvPr id="178" name="Google Shape;178;p21"/>
          <p:cNvSpPr>
            <a:spLocks noGrp="1"/>
          </p:cNvSpPr>
          <p:nvPr>
            <p:ph type="pic" idx="3"/>
          </p:nvPr>
        </p:nvSpPr>
        <p:spPr>
          <a:xfrm>
            <a:off x="6111800" y="286075"/>
            <a:ext cx="1257900" cy="1261500"/>
          </a:xfrm>
          <a:prstGeom prst="rect">
            <a:avLst/>
          </a:prstGeom>
          <a:noFill/>
          <a:ln>
            <a:noFill/>
          </a:ln>
        </p:spPr>
      </p:sp>
      <p:sp>
        <p:nvSpPr>
          <p:cNvPr id="179" name="Google Shape;179;p21"/>
          <p:cNvSpPr>
            <a:spLocks noGrp="1"/>
          </p:cNvSpPr>
          <p:nvPr>
            <p:ph type="pic" idx="4"/>
          </p:nvPr>
        </p:nvSpPr>
        <p:spPr>
          <a:xfrm>
            <a:off x="7593850" y="286075"/>
            <a:ext cx="1257900" cy="1261500"/>
          </a:xfrm>
          <a:prstGeom prst="rect">
            <a:avLst/>
          </a:prstGeom>
          <a:noFill/>
          <a:ln>
            <a:noFill/>
          </a:ln>
        </p:spPr>
      </p:sp>
      <p:sp>
        <p:nvSpPr>
          <p:cNvPr id="180" name="Google Shape;180;p21"/>
          <p:cNvSpPr>
            <a:spLocks noGrp="1"/>
          </p:cNvSpPr>
          <p:nvPr>
            <p:ph type="pic" idx="5"/>
          </p:nvPr>
        </p:nvSpPr>
        <p:spPr>
          <a:xfrm>
            <a:off x="4629750" y="2634475"/>
            <a:ext cx="1257900" cy="1261500"/>
          </a:xfrm>
          <a:prstGeom prst="rect">
            <a:avLst/>
          </a:prstGeom>
          <a:noFill/>
          <a:ln>
            <a:noFill/>
          </a:ln>
        </p:spPr>
      </p:sp>
      <p:sp>
        <p:nvSpPr>
          <p:cNvPr id="181" name="Google Shape;181;p21"/>
          <p:cNvSpPr>
            <a:spLocks noGrp="1"/>
          </p:cNvSpPr>
          <p:nvPr>
            <p:ph type="pic" idx="6"/>
          </p:nvPr>
        </p:nvSpPr>
        <p:spPr>
          <a:xfrm>
            <a:off x="6111800" y="2634475"/>
            <a:ext cx="1257900" cy="1261500"/>
          </a:xfrm>
          <a:prstGeom prst="rect">
            <a:avLst/>
          </a:prstGeom>
          <a:noFill/>
          <a:ln>
            <a:noFill/>
          </a:ln>
        </p:spPr>
      </p:sp>
      <p:sp>
        <p:nvSpPr>
          <p:cNvPr id="182" name="Google Shape;182;p21"/>
          <p:cNvSpPr>
            <a:spLocks noGrp="1"/>
          </p:cNvSpPr>
          <p:nvPr>
            <p:ph type="pic" idx="7"/>
          </p:nvPr>
        </p:nvSpPr>
        <p:spPr>
          <a:xfrm>
            <a:off x="7593850" y="2634475"/>
            <a:ext cx="1257900" cy="1261500"/>
          </a:xfrm>
          <a:prstGeom prst="rect">
            <a:avLst/>
          </a:prstGeom>
          <a:noFill/>
          <a:ln>
            <a:noFill/>
          </a:ln>
        </p:spPr>
      </p:sp>
      <p:sp>
        <p:nvSpPr>
          <p:cNvPr id="183" name="Google Shape;183;p21"/>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84" name="Google Shape;184;p21"/>
          <p:cNvSpPr txBox="1">
            <a:spLocks noGrp="1"/>
          </p:cNvSpPr>
          <p:nvPr>
            <p:ph type="sldNum" idx="8"/>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85" name="Google Shape;185;p21"/>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6" name="Google Shape;186;p21"/>
          <p:cNvSpPr txBox="1">
            <a:spLocks noGrp="1"/>
          </p:cNvSpPr>
          <p:nvPr>
            <p:ph type="title" idx="9"/>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7" name="Google Shape;187;p21"/>
          <p:cNvSpPr txBox="1">
            <a:spLocks noGrp="1"/>
          </p:cNvSpPr>
          <p:nvPr>
            <p:ph type="title" idx="13"/>
          </p:nvPr>
        </p:nvSpPr>
        <p:spPr>
          <a:xfrm>
            <a:off x="283850" y="474875"/>
            <a:ext cx="2773200" cy="17436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a:endParaRPr/>
          </a:p>
        </p:txBody>
      </p:sp>
      <p:sp>
        <p:nvSpPr>
          <p:cNvPr id="188" name="Google Shape;188;p21"/>
          <p:cNvSpPr txBox="1">
            <a:spLocks noGrp="1"/>
          </p:cNvSpPr>
          <p:nvPr>
            <p:ph type="title" idx="14"/>
          </p:nvPr>
        </p:nvSpPr>
        <p:spPr>
          <a:xfrm>
            <a:off x="46297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89" name="Google Shape;189;p21"/>
          <p:cNvSpPr txBox="1">
            <a:spLocks noGrp="1"/>
          </p:cNvSpPr>
          <p:nvPr>
            <p:ph type="title" idx="15"/>
          </p:nvPr>
        </p:nvSpPr>
        <p:spPr>
          <a:xfrm>
            <a:off x="611180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0" name="Google Shape;190;p21"/>
          <p:cNvSpPr txBox="1">
            <a:spLocks noGrp="1"/>
          </p:cNvSpPr>
          <p:nvPr>
            <p:ph type="title" idx="16"/>
          </p:nvPr>
        </p:nvSpPr>
        <p:spPr>
          <a:xfrm>
            <a:off x="75938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1" name="Google Shape;191;p21"/>
          <p:cNvSpPr txBox="1">
            <a:spLocks noGrp="1"/>
          </p:cNvSpPr>
          <p:nvPr>
            <p:ph type="title" idx="17"/>
          </p:nvPr>
        </p:nvSpPr>
        <p:spPr>
          <a:xfrm>
            <a:off x="46297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2" name="Google Shape;192;p21"/>
          <p:cNvSpPr txBox="1">
            <a:spLocks noGrp="1"/>
          </p:cNvSpPr>
          <p:nvPr>
            <p:ph type="title" idx="18"/>
          </p:nvPr>
        </p:nvSpPr>
        <p:spPr>
          <a:xfrm>
            <a:off x="611180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3" name="Google Shape;193;p21"/>
          <p:cNvSpPr txBox="1">
            <a:spLocks noGrp="1"/>
          </p:cNvSpPr>
          <p:nvPr>
            <p:ph type="title" idx="19"/>
          </p:nvPr>
        </p:nvSpPr>
        <p:spPr>
          <a:xfrm>
            <a:off x="75938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image grid and description - Alt 1">
  <p:cSld name="CUSTOM_3">
    <p:bg>
      <p:bgPr>
        <a:solidFill>
          <a:schemeClr val="accent1"/>
        </a:solidFill>
        <a:effectLst/>
      </p:bgPr>
    </p:bg>
    <p:spTree>
      <p:nvGrpSpPr>
        <p:cNvPr id="1" name="Shape 194"/>
        <p:cNvGrpSpPr/>
        <p:nvPr/>
      </p:nvGrpSpPr>
      <p:grpSpPr>
        <a:xfrm>
          <a:off x="0" y="0"/>
          <a:ext cx="0" cy="0"/>
          <a:chOff x="0" y="0"/>
          <a:chExt cx="0" cy="0"/>
        </a:xfrm>
      </p:grpSpPr>
      <p:sp>
        <p:nvSpPr>
          <p:cNvPr id="195" name="Google Shape;195;p22"/>
          <p:cNvSpPr>
            <a:spLocks noGrp="1"/>
          </p:cNvSpPr>
          <p:nvPr>
            <p:ph type="pic" idx="2"/>
          </p:nvPr>
        </p:nvSpPr>
        <p:spPr>
          <a:xfrm>
            <a:off x="2456700" y="373175"/>
            <a:ext cx="1515000" cy="1616700"/>
          </a:xfrm>
          <a:prstGeom prst="rect">
            <a:avLst/>
          </a:prstGeom>
          <a:noFill/>
          <a:ln>
            <a:noFill/>
          </a:ln>
        </p:spPr>
      </p:sp>
      <p:sp>
        <p:nvSpPr>
          <p:cNvPr id="196" name="Google Shape;196;p22"/>
          <p:cNvSpPr txBox="1">
            <a:spLocks noGrp="1"/>
          </p:cNvSpPr>
          <p:nvPr>
            <p:ph type="title"/>
          </p:nvPr>
        </p:nvSpPr>
        <p:spPr>
          <a:xfrm>
            <a:off x="2635350" y="2172975"/>
            <a:ext cx="1188600" cy="1524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7" name="Google Shape;197;p22"/>
          <p:cNvSpPr txBox="1">
            <a:spLocks noGrp="1"/>
          </p:cNvSpPr>
          <p:nvPr>
            <p:ph type="body" idx="1"/>
          </p:nvPr>
        </p:nvSpPr>
        <p:spPr>
          <a:xfrm>
            <a:off x="263535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198" name="Google Shape;198;p22"/>
          <p:cNvSpPr txBox="1">
            <a:spLocks noGrp="1"/>
          </p:cNvSpPr>
          <p:nvPr>
            <p:ph type="title" idx="3"/>
          </p:nvPr>
        </p:nvSpPr>
        <p:spPr>
          <a:xfrm>
            <a:off x="263535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199" name="Google Shape;199;p22"/>
          <p:cNvSpPr>
            <a:spLocks noGrp="1"/>
          </p:cNvSpPr>
          <p:nvPr>
            <p:ph type="pic" idx="4"/>
          </p:nvPr>
        </p:nvSpPr>
        <p:spPr>
          <a:xfrm>
            <a:off x="4084738" y="373175"/>
            <a:ext cx="1515000" cy="1616700"/>
          </a:xfrm>
          <a:prstGeom prst="rect">
            <a:avLst/>
          </a:prstGeom>
          <a:noFill/>
          <a:ln>
            <a:noFill/>
          </a:ln>
        </p:spPr>
      </p:sp>
      <p:sp>
        <p:nvSpPr>
          <p:cNvPr id="200" name="Google Shape;200;p22"/>
          <p:cNvSpPr txBox="1">
            <a:spLocks noGrp="1"/>
          </p:cNvSpPr>
          <p:nvPr>
            <p:ph type="title" idx="5"/>
          </p:nvPr>
        </p:nvSpPr>
        <p:spPr>
          <a:xfrm>
            <a:off x="4263388"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1" name="Google Shape;201;p22"/>
          <p:cNvSpPr txBox="1">
            <a:spLocks noGrp="1"/>
          </p:cNvSpPr>
          <p:nvPr>
            <p:ph type="body" idx="6"/>
          </p:nvPr>
        </p:nvSpPr>
        <p:spPr>
          <a:xfrm>
            <a:off x="4263388"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02" name="Google Shape;202;p22"/>
          <p:cNvSpPr txBox="1">
            <a:spLocks noGrp="1"/>
          </p:cNvSpPr>
          <p:nvPr>
            <p:ph type="title" idx="7"/>
          </p:nvPr>
        </p:nvSpPr>
        <p:spPr>
          <a:xfrm>
            <a:off x="4263388"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03" name="Google Shape;203;p22"/>
          <p:cNvSpPr>
            <a:spLocks noGrp="1"/>
          </p:cNvSpPr>
          <p:nvPr>
            <p:ph type="pic" idx="8"/>
          </p:nvPr>
        </p:nvSpPr>
        <p:spPr>
          <a:xfrm>
            <a:off x="5713225" y="373175"/>
            <a:ext cx="1515000" cy="1616700"/>
          </a:xfrm>
          <a:prstGeom prst="rect">
            <a:avLst/>
          </a:prstGeom>
          <a:noFill/>
          <a:ln>
            <a:noFill/>
          </a:ln>
        </p:spPr>
      </p:sp>
      <p:sp>
        <p:nvSpPr>
          <p:cNvPr id="204" name="Google Shape;204;p22"/>
          <p:cNvSpPr txBox="1">
            <a:spLocks noGrp="1"/>
          </p:cNvSpPr>
          <p:nvPr>
            <p:ph type="title" idx="9"/>
          </p:nvPr>
        </p:nvSpPr>
        <p:spPr>
          <a:xfrm>
            <a:off x="5891875"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5" name="Google Shape;205;p22"/>
          <p:cNvSpPr txBox="1">
            <a:spLocks noGrp="1"/>
          </p:cNvSpPr>
          <p:nvPr>
            <p:ph type="body" idx="13"/>
          </p:nvPr>
        </p:nvSpPr>
        <p:spPr>
          <a:xfrm>
            <a:off x="5891875"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06" name="Google Shape;206;p22"/>
          <p:cNvSpPr txBox="1">
            <a:spLocks noGrp="1"/>
          </p:cNvSpPr>
          <p:nvPr>
            <p:ph type="title" idx="14"/>
          </p:nvPr>
        </p:nvSpPr>
        <p:spPr>
          <a:xfrm>
            <a:off x="5891875"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07" name="Google Shape;207;p22"/>
          <p:cNvSpPr>
            <a:spLocks noGrp="1"/>
          </p:cNvSpPr>
          <p:nvPr>
            <p:ph type="pic" idx="15"/>
          </p:nvPr>
        </p:nvSpPr>
        <p:spPr>
          <a:xfrm>
            <a:off x="7341950" y="373175"/>
            <a:ext cx="1515000" cy="1616700"/>
          </a:xfrm>
          <a:prstGeom prst="rect">
            <a:avLst/>
          </a:prstGeom>
          <a:noFill/>
          <a:ln>
            <a:noFill/>
          </a:ln>
        </p:spPr>
      </p:sp>
      <p:sp>
        <p:nvSpPr>
          <p:cNvPr id="208" name="Google Shape;208;p22"/>
          <p:cNvSpPr txBox="1">
            <a:spLocks noGrp="1"/>
          </p:cNvSpPr>
          <p:nvPr>
            <p:ph type="title" idx="16"/>
          </p:nvPr>
        </p:nvSpPr>
        <p:spPr>
          <a:xfrm>
            <a:off x="7520600"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9" name="Google Shape;209;p22"/>
          <p:cNvSpPr txBox="1">
            <a:spLocks noGrp="1"/>
          </p:cNvSpPr>
          <p:nvPr>
            <p:ph type="body" idx="17"/>
          </p:nvPr>
        </p:nvSpPr>
        <p:spPr>
          <a:xfrm>
            <a:off x="752060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10" name="Google Shape;210;p22"/>
          <p:cNvSpPr txBox="1">
            <a:spLocks noGrp="1"/>
          </p:cNvSpPr>
          <p:nvPr>
            <p:ph type="title" idx="18"/>
          </p:nvPr>
        </p:nvSpPr>
        <p:spPr>
          <a:xfrm>
            <a:off x="752060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11" name="Google Shape;211;p22"/>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2" name="Google Shape;212;p22"/>
          <p:cNvSpPr txBox="1">
            <a:spLocks noGrp="1"/>
          </p:cNvSpPr>
          <p:nvPr>
            <p:ph type="title" idx="19"/>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22"/>
          <p:cNvSpPr txBox="1">
            <a:spLocks noGrp="1"/>
          </p:cNvSpPr>
          <p:nvPr>
            <p:ph type="title" idx="20"/>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4" name="Google Shape;214;p22"/>
          <p:cNvSpPr txBox="1">
            <a:spLocks noGrp="1"/>
          </p:cNvSpPr>
          <p:nvPr>
            <p:ph type="title" idx="21"/>
          </p:nvPr>
        </p:nvSpPr>
        <p:spPr>
          <a:xfrm>
            <a:off x="283850" y="285900"/>
            <a:ext cx="2055600" cy="12696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image grid and description - Alt 2">
  <p:cSld name="CUSTOM_4">
    <p:spTree>
      <p:nvGrpSpPr>
        <p:cNvPr id="1" name="Shape 215"/>
        <p:cNvGrpSpPr/>
        <p:nvPr/>
      </p:nvGrpSpPr>
      <p:grpSpPr>
        <a:xfrm>
          <a:off x="0" y="0"/>
          <a:ext cx="0" cy="0"/>
          <a:chOff x="0" y="0"/>
          <a:chExt cx="0" cy="0"/>
        </a:xfrm>
      </p:grpSpPr>
      <p:sp>
        <p:nvSpPr>
          <p:cNvPr id="216" name="Google Shape;216;p23"/>
          <p:cNvSpPr txBox="1">
            <a:spLocks noGrp="1"/>
          </p:cNvSpPr>
          <p:nvPr>
            <p:ph type="title"/>
          </p:nvPr>
        </p:nvSpPr>
        <p:spPr>
          <a:xfrm>
            <a:off x="1049249" y="2030625"/>
            <a:ext cx="1902000" cy="243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17" name="Google Shape;217;p23"/>
          <p:cNvSpPr txBox="1">
            <a:spLocks noGrp="1"/>
          </p:cNvSpPr>
          <p:nvPr>
            <p:ph type="body" idx="1"/>
          </p:nvPr>
        </p:nvSpPr>
        <p:spPr>
          <a:xfrm>
            <a:off x="1049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18" name="Google Shape;218;p23"/>
          <p:cNvSpPr txBox="1">
            <a:spLocks noGrp="1"/>
          </p:cNvSpPr>
          <p:nvPr>
            <p:ph type="title" idx="2"/>
          </p:nvPr>
        </p:nvSpPr>
        <p:spPr>
          <a:xfrm>
            <a:off x="1049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19" name="Google Shape;219;p23"/>
          <p:cNvSpPr txBox="1">
            <a:spLocks noGrp="1"/>
          </p:cNvSpPr>
          <p:nvPr>
            <p:ph type="body" idx="3"/>
          </p:nvPr>
        </p:nvSpPr>
        <p:spPr>
          <a:xfrm>
            <a:off x="1049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0" name="Google Shape;220;p23"/>
          <p:cNvSpPr txBox="1">
            <a:spLocks noGrp="1"/>
          </p:cNvSpPr>
          <p:nvPr>
            <p:ph type="title" idx="4"/>
          </p:nvPr>
        </p:nvSpPr>
        <p:spPr>
          <a:xfrm>
            <a:off x="3950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1" name="Google Shape;221;p23"/>
          <p:cNvSpPr txBox="1">
            <a:spLocks noGrp="1"/>
          </p:cNvSpPr>
          <p:nvPr>
            <p:ph type="body" idx="5"/>
          </p:nvPr>
        </p:nvSpPr>
        <p:spPr>
          <a:xfrm>
            <a:off x="3950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2" name="Google Shape;222;p23"/>
          <p:cNvSpPr txBox="1">
            <a:spLocks noGrp="1"/>
          </p:cNvSpPr>
          <p:nvPr>
            <p:ph type="title" idx="6"/>
          </p:nvPr>
        </p:nvSpPr>
        <p:spPr>
          <a:xfrm>
            <a:off x="3950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3" name="Google Shape;223;p23"/>
          <p:cNvSpPr txBox="1">
            <a:spLocks noGrp="1"/>
          </p:cNvSpPr>
          <p:nvPr>
            <p:ph type="body" idx="7"/>
          </p:nvPr>
        </p:nvSpPr>
        <p:spPr>
          <a:xfrm>
            <a:off x="3950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4" name="Google Shape;224;p23"/>
          <p:cNvSpPr txBox="1">
            <a:spLocks noGrp="1"/>
          </p:cNvSpPr>
          <p:nvPr>
            <p:ph type="title" idx="8"/>
          </p:nvPr>
        </p:nvSpPr>
        <p:spPr>
          <a:xfrm>
            <a:off x="6851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5" name="Google Shape;225;p23"/>
          <p:cNvSpPr txBox="1">
            <a:spLocks noGrp="1"/>
          </p:cNvSpPr>
          <p:nvPr>
            <p:ph type="body" idx="9"/>
          </p:nvPr>
        </p:nvSpPr>
        <p:spPr>
          <a:xfrm>
            <a:off x="6851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6" name="Google Shape;226;p23"/>
          <p:cNvSpPr txBox="1">
            <a:spLocks noGrp="1"/>
          </p:cNvSpPr>
          <p:nvPr>
            <p:ph type="title" idx="13"/>
          </p:nvPr>
        </p:nvSpPr>
        <p:spPr>
          <a:xfrm>
            <a:off x="6851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7" name="Google Shape;227;p23"/>
          <p:cNvSpPr txBox="1">
            <a:spLocks noGrp="1"/>
          </p:cNvSpPr>
          <p:nvPr>
            <p:ph type="body" idx="14"/>
          </p:nvPr>
        </p:nvSpPr>
        <p:spPr>
          <a:xfrm>
            <a:off x="6851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8" name="Google Shape;228;p23"/>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9" name="Google Shape;229;p23"/>
          <p:cNvSpPr txBox="1">
            <a:spLocks noGrp="1"/>
          </p:cNvSpPr>
          <p:nvPr>
            <p:ph type="title" idx="15"/>
          </p:nvPr>
        </p:nvSpPr>
        <p:spPr>
          <a:xfrm>
            <a:off x="283850" y="285900"/>
            <a:ext cx="85719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
        <p:nvSpPr>
          <p:cNvPr id="230" name="Google Shape;230;p23"/>
          <p:cNvSpPr>
            <a:spLocks noGrp="1"/>
          </p:cNvSpPr>
          <p:nvPr>
            <p:ph type="pic" idx="16"/>
          </p:nvPr>
        </p:nvSpPr>
        <p:spPr>
          <a:xfrm>
            <a:off x="290325" y="1862825"/>
            <a:ext cx="663000" cy="1271100"/>
          </a:xfrm>
          <a:prstGeom prst="rect">
            <a:avLst/>
          </a:prstGeom>
          <a:noFill/>
          <a:ln>
            <a:noFill/>
          </a:ln>
        </p:spPr>
      </p:sp>
      <p:sp>
        <p:nvSpPr>
          <p:cNvPr id="231" name="Google Shape;231;p23"/>
          <p:cNvSpPr>
            <a:spLocks noGrp="1"/>
          </p:cNvSpPr>
          <p:nvPr>
            <p:ph type="pic" idx="17"/>
          </p:nvPr>
        </p:nvSpPr>
        <p:spPr>
          <a:xfrm>
            <a:off x="290325" y="3407525"/>
            <a:ext cx="663000" cy="1271100"/>
          </a:xfrm>
          <a:prstGeom prst="rect">
            <a:avLst/>
          </a:prstGeom>
          <a:noFill/>
          <a:ln>
            <a:noFill/>
          </a:ln>
        </p:spPr>
      </p:sp>
      <p:sp>
        <p:nvSpPr>
          <p:cNvPr id="232" name="Google Shape;232;p23"/>
          <p:cNvSpPr>
            <a:spLocks noGrp="1"/>
          </p:cNvSpPr>
          <p:nvPr>
            <p:ph type="pic" idx="18"/>
          </p:nvPr>
        </p:nvSpPr>
        <p:spPr>
          <a:xfrm>
            <a:off x="3191325" y="1862825"/>
            <a:ext cx="663000" cy="1271100"/>
          </a:xfrm>
          <a:prstGeom prst="rect">
            <a:avLst/>
          </a:prstGeom>
          <a:noFill/>
          <a:ln>
            <a:noFill/>
          </a:ln>
        </p:spPr>
      </p:sp>
      <p:sp>
        <p:nvSpPr>
          <p:cNvPr id="233" name="Google Shape;233;p23"/>
          <p:cNvSpPr>
            <a:spLocks noGrp="1"/>
          </p:cNvSpPr>
          <p:nvPr>
            <p:ph type="pic" idx="19"/>
          </p:nvPr>
        </p:nvSpPr>
        <p:spPr>
          <a:xfrm>
            <a:off x="3191325" y="3407525"/>
            <a:ext cx="663000" cy="1271100"/>
          </a:xfrm>
          <a:prstGeom prst="rect">
            <a:avLst/>
          </a:prstGeom>
          <a:noFill/>
          <a:ln>
            <a:noFill/>
          </a:ln>
        </p:spPr>
      </p:sp>
      <p:sp>
        <p:nvSpPr>
          <p:cNvPr id="234" name="Google Shape;234;p23"/>
          <p:cNvSpPr>
            <a:spLocks noGrp="1"/>
          </p:cNvSpPr>
          <p:nvPr>
            <p:ph type="pic" idx="20"/>
          </p:nvPr>
        </p:nvSpPr>
        <p:spPr>
          <a:xfrm>
            <a:off x="6092325" y="1862825"/>
            <a:ext cx="663000" cy="1271100"/>
          </a:xfrm>
          <a:prstGeom prst="rect">
            <a:avLst/>
          </a:prstGeom>
          <a:noFill/>
          <a:ln>
            <a:noFill/>
          </a:ln>
        </p:spPr>
      </p:sp>
      <p:sp>
        <p:nvSpPr>
          <p:cNvPr id="235" name="Google Shape;235;p23"/>
          <p:cNvSpPr>
            <a:spLocks noGrp="1"/>
          </p:cNvSpPr>
          <p:nvPr>
            <p:ph type="pic" idx="21"/>
          </p:nvPr>
        </p:nvSpPr>
        <p:spPr>
          <a:xfrm>
            <a:off x="6092325" y="3407525"/>
            <a:ext cx="663000" cy="1271100"/>
          </a:xfrm>
          <a:prstGeom prst="rect">
            <a:avLst/>
          </a:prstGeom>
          <a:noFill/>
          <a:ln>
            <a:noFill/>
          </a:ln>
        </p:spPr>
      </p:sp>
      <p:sp>
        <p:nvSpPr>
          <p:cNvPr id="236" name="Google Shape;236;p23"/>
          <p:cNvSpPr txBox="1">
            <a:spLocks noGrp="1"/>
          </p:cNvSpPr>
          <p:nvPr>
            <p:ph type="title" idx="2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 name="Google Shape;237;p23"/>
          <p:cNvSpPr txBox="1">
            <a:spLocks noGrp="1"/>
          </p:cNvSpPr>
          <p:nvPr>
            <p:ph type="title" idx="2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image grid and body text">
  <p:cSld name="CUSTOM_2">
    <p:bg>
      <p:bgPr>
        <a:solidFill>
          <a:schemeClr val="lt1"/>
        </a:solidFill>
        <a:effectLst/>
      </p:bgPr>
    </p:bg>
    <p:spTree>
      <p:nvGrpSpPr>
        <p:cNvPr id="1" name="Shape 238"/>
        <p:cNvGrpSpPr/>
        <p:nvPr/>
      </p:nvGrpSpPr>
      <p:grpSpPr>
        <a:xfrm>
          <a:off x="0" y="0"/>
          <a:ext cx="0" cy="0"/>
          <a:chOff x="0" y="0"/>
          <a:chExt cx="0" cy="0"/>
        </a:xfrm>
      </p:grpSpPr>
      <p:sp>
        <p:nvSpPr>
          <p:cNvPr id="239" name="Google Shape;239;p24"/>
          <p:cNvSpPr>
            <a:spLocks noGrp="1"/>
          </p:cNvSpPr>
          <p:nvPr>
            <p:ph type="pic" idx="2"/>
          </p:nvPr>
        </p:nvSpPr>
        <p:spPr>
          <a:xfrm>
            <a:off x="3186000" y="3242875"/>
            <a:ext cx="2798100" cy="1440600"/>
          </a:xfrm>
          <a:prstGeom prst="rect">
            <a:avLst/>
          </a:prstGeom>
          <a:noFill/>
          <a:ln>
            <a:noFill/>
          </a:ln>
        </p:spPr>
      </p:sp>
      <p:sp>
        <p:nvSpPr>
          <p:cNvPr id="240" name="Google Shape;240;p24"/>
          <p:cNvSpPr>
            <a:spLocks noGrp="1"/>
          </p:cNvSpPr>
          <p:nvPr>
            <p:ph type="pic" idx="3"/>
          </p:nvPr>
        </p:nvSpPr>
        <p:spPr>
          <a:xfrm>
            <a:off x="5984100" y="3242875"/>
            <a:ext cx="1440600" cy="1440600"/>
          </a:xfrm>
          <a:prstGeom prst="rect">
            <a:avLst/>
          </a:prstGeom>
          <a:noFill/>
          <a:ln>
            <a:noFill/>
          </a:ln>
        </p:spPr>
      </p:sp>
      <p:sp>
        <p:nvSpPr>
          <p:cNvPr id="241" name="Google Shape;241;p24"/>
          <p:cNvSpPr>
            <a:spLocks noGrp="1"/>
          </p:cNvSpPr>
          <p:nvPr>
            <p:ph type="pic" idx="4"/>
          </p:nvPr>
        </p:nvSpPr>
        <p:spPr>
          <a:xfrm>
            <a:off x="7412150" y="1440350"/>
            <a:ext cx="1441500" cy="3243000"/>
          </a:xfrm>
          <a:prstGeom prst="rect">
            <a:avLst/>
          </a:prstGeom>
          <a:noFill/>
          <a:ln>
            <a:noFill/>
          </a:ln>
        </p:spPr>
      </p:sp>
      <p:sp>
        <p:nvSpPr>
          <p:cNvPr id="242" name="Google Shape;242;p24"/>
          <p:cNvSpPr>
            <a:spLocks noGrp="1"/>
          </p:cNvSpPr>
          <p:nvPr>
            <p:ph type="pic" idx="5"/>
          </p:nvPr>
        </p:nvSpPr>
        <p:spPr>
          <a:xfrm>
            <a:off x="7412150" y="0"/>
            <a:ext cx="1441500" cy="1440600"/>
          </a:xfrm>
          <a:prstGeom prst="rect">
            <a:avLst/>
          </a:prstGeom>
          <a:noFill/>
          <a:ln>
            <a:noFill/>
          </a:ln>
        </p:spPr>
      </p:sp>
      <p:sp>
        <p:nvSpPr>
          <p:cNvPr id="243" name="Google Shape;243;p24"/>
          <p:cNvSpPr>
            <a:spLocks noGrp="1"/>
          </p:cNvSpPr>
          <p:nvPr>
            <p:ph type="pic" idx="6"/>
          </p:nvPr>
        </p:nvSpPr>
        <p:spPr>
          <a:xfrm>
            <a:off x="3184850" y="0"/>
            <a:ext cx="4227300" cy="3243000"/>
          </a:xfrm>
          <a:prstGeom prst="rect">
            <a:avLst/>
          </a:prstGeom>
          <a:noFill/>
          <a:ln>
            <a:noFill/>
          </a:ln>
        </p:spPr>
      </p:sp>
      <p:sp>
        <p:nvSpPr>
          <p:cNvPr id="244" name="Google Shape;244;p24"/>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45" name="Google Shape;245;p24"/>
          <p:cNvSpPr txBox="1">
            <a:spLocks noGrp="1"/>
          </p:cNvSpPr>
          <p:nvPr>
            <p:ph type="sldNum" idx="7"/>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46" name="Google Shape;246;p24"/>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47" name="Google Shape;247;p24"/>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48" name="Google Shape;248;p24"/>
          <p:cNvSpPr txBox="1">
            <a:spLocks noGrp="1"/>
          </p:cNvSpPr>
          <p:nvPr>
            <p:ph type="title" idx="9"/>
          </p:nvPr>
        </p:nvSpPr>
        <p:spPr>
          <a:xfrm>
            <a:off x="283850" y="285900"/>
            <a:ext cx="27732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a:endParaRPr/>
          </a:p>
        </p:txBody>
      </p:sp>
      <p:sp>
        <p:nvSpPr>
          <p:cNvPr id="249" name="Google Shape;249;p24"/>
          <p:cNvSpPr txBox="1">
            <a:spLocks noGrp="1"/>
          </p:cNvSpPr>
          <p:nvPr>
            <p:ph type="body" idx="1"/>
          </p:nvPr>
        </p:nvSpPr>
        <p:spPr>
          <a:xfrm>
            <a:off x="283850" y="2636275"/>
            <a:ext cx="2767200" cy="20463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ver">
  <p:cSld name="BLANK_4">
    <p:bg>
      <p:bgPr>
        <a:solidFill>
          <a:schemeClr val="accent1"/>
        </a:solidFill>
        <a:effectLst/>
      </p:bgPr>
    </p:bg>
    <p:spTree>
      <p:nvGrpSpPr>
        <p:cNvPr id="1" name="Shape 250"/>
        <p:cNvGrpSpPr/>
        <p:nvPr/>
      </p:nvGrpSpPr>
      <p:grpSpPr>
        <a:xfrm>
          <a:off x="0" y="0"/>
          <a:ext cx="0" cy="0"/>
          <a:chOff x="0" y="0"/>
          <a:chExt cx="0" cy="0"/>
        </a:xfrm>
      </p:grpSpPr>
      <p:sp>
        <p:nvSpPr>
          <p:cNvPr id="251" name="Google Shape;251;p25"/>
          <p:cNvSpPr/>
          <p:nvPr/>
        </p:nvSpPr>
        <p:spPr>
          <a:xfrm>
            <a:off x="5283375" y="285900"/>
            <a:ext cx="3573485" cy="357348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Inter"/>
              <a:ea typeface="Inter"/>
              <a:cs typeface="Inter"/>
              <a:sym typeface="Inter"/>
            </a:endParaRPr>
          </a:p>
        </p:txBody>
      </p:sp>
      <p:sp>
        <p:nvSpPr>
          <p:cNvPr id="252" name="Google Shape;252;p25"/>
          <p:cNvSpPr txBox="1">
            <a:spLocks noGrp="1"/>
          </p:cNvSpPr>
          <p:nvPr>
            <p:ph type="title"/>
          </p:nvPr>
        </p:nvSpPr>
        <p:spPr>
          <a:xfrm>
            <a:off x="283850" y="224410"/>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253" name="Google Shape;253;p2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4" name="Google Shape;254;p2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5" name="Google Shape;255;p2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25"/>
          <p:cNvSpPr txBox="1">
            <a:spLocks noGrp="1"/>
          </p:cNvSpPr>
          <p:nvPr>
            <p:ph type="title" idx="4"/>
          </p:nvPr>
        </p:nvSpPr>
        <p:spPr>
          <a:xfrm>
            <a:off x="288625" y="4778975"/>
            <a:ext cx="4227300" cy="76200"/>
          </a:xfrm>
          <a:prstGeom prst="rect">
            <a:avLst/>
          </a:prstGeom>
        </p:spPr>
        <p:txBody>
          <a:bodyPr spcFirstLastPara="1" wrap="square" lIns="0" tIns="0" rIns="0" bIns="0" anchor="ctr" anchorCtr="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7"/>
        <p:cNvGrpSpPr/>
        <p:nvPr/>
      </p:nvGrpSpPr>
      <p:grpSpPr>
        <a:xfrm>
          <a:off x="0" y="0"/>
          <a:ext cx="0" cy="0"/>
          <a:chOff x="0" y="0"/>
          <a:chExt cx="0" cy="0"/>
        </a:xfrm>
      </p:grpSpPr>
      <p:sp>
        <p:nvSpPr>
          <p:cNvPr id="258" name="Google Shape;258;p26"/>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59" name="Google Shape;259;p2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60"/>
        <p:cNvGrpSpPr/>
        <p:nvPr/>
      </p:nvGrpSpPr>
      <p:grpSpPr>
        <a:xfrm>
          <a:off x="0" y="0"/>
          <a:ext cx="0" cy="0"/>
          <a:chOff x="0" y="0"/>
          <a:chExt cx="0" cy="0"/>
        </a:xfrm>
      </p:grpSpPr>
      <p:sp>
        <p:nvSpPr>
          <p:cNvPr id="261" name="Google Shape;261;p27"/>
          <p:cNvSpPr txBox="1">
            <a:spLocks noGrp="1"/>
          </p:cNvSpPr>
          <p:nvPr>
            <p:ph type="title"/>
          </p:nvPr>
        </p:nvSpPr>
        <p:spPr>
          <a:xfrm>
            <a:off x="311700" y="2150850"/>
            <a:ext cx="8520600" cy="8418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262"/>
        <p:cNvGrpSpPr/>
        <p:nvPr/>
      </p:nvGrpSpPr>
      <p:grpSpPr>
        <a:xfrm>
          <a:off x="0" y="0"/>
          <a:ext cx="0" cy="0"/>
          <a:chOff x="0" y="0"/>
          <a:chExt cx="0" cy="0"/>
        </a:xfrm>
      </p:grpSpPr>
      <p:sp>
        <p:nvSpPr>
          <p:cNvPr id="263" name="Google Shape;263;p28"/>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4" name="Google Shape;26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265"/>
        <p:cNvGrpSpPr/>
        <p:nvPr/>
      </p:nvGrpSpPr>
      <p:grpSpPr>
        <a:xfrm>
          <a:off x="0" y="0"/>
          <a:ext cx="0" cy="0"/>
          <a:chOff x="0" y="0"/>
          <a:chExt cx="0" cy="0"/>
        </a:xfrm>
      </p:grpSpPr>
      <p:sp>
        <p:nvSpPr>
          <p:cNvPr id="266" name="Google Shape;266;p29"/>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2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68" name="Google Shape;268;p29"/>
          <p:cNvSpPr txBox="1">
            <a:spLocks noGrp="1"/>
          </p:cNvSpPr>
          <p:nvPr>
            <p:ph type="body" idx="2"/>
          </p:nvPr>
        </p:nvSpPr>
        <p:spPr>
          <a:xfrm>
            <a:off x="4832400" y="1152475"/>
            <a:ext cx="3999900" cy="34164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9"/>
        <p:cNvGrpSpPr/>
        <p:nvPr/>
      </p:nvGrpSpPr>
      <p:grpSpPr>
        <a:xfrm>
          <a:off x="0" y="0"/>
          <a:ext cx="0" cy="0"/>
          <a:chOff x="0" y="0"/>
          <a:chExt cx="0" cy="0"/>
        </a:xfrm>
      </p:grpSpPr>
      <p:sp>
        <p:nvSpPr>
          <p:cNvPr id="270" name="Google Shape;270;p30"/>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71"/>
        <p:cNvGrpSpPr/>
        <p:nvPr/>
      </p:nvGrpSpPr>
      <p:grpSpPr>
        <a:xfrm>
          <a:off x="0" y="0"/>
          <a:ext cx="0" cy="0"/>
          <a:chOff x="0" y="0"/>
          <a:chExt cx="0" cy="0"/>
        </a:xfrm>
      </p:grpSpPr>
      <p:sp>
        <p:nvSpPr>
          <p:cNvPr id="272" name="Google Shape;272;p31"/>
          <p:cNvSpPr txBox="1">
            <a:spLocks noGrp="1"/>
          </p:cNvSpPr>
          <p:nvPr>
            <p:ph type="title"/>
          </p:nvPr>
        </p:nvSpPr>
        <p:spPr>
          <a:xfrm>
            <a:off x="311700" y="555600"/>
            <a:ext cx="2808000" cy="755700"/>
          </a:xfrm>
          <a:prstGeom prst="rect">
            <a:avLst/>
          </a:prstGeom>
        </p:spPr>
        <p:txBody>
          <a:bodyPr spcFirstLastPara="1" wrap="square" lIns="0" tIns="0" rIns="0" bIns="0"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3" name="Google Shape;273;p3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74"/>
        <p:cNvGrpSpPr/>
        <p:nvPr/>
      </p:nvGrpSpPr>
      <p:grpSpPr>
        <a:xfrm>
          <a:off x="0" y="0"/>
          <a:ext cx="0" cy="0"/>
          <a:chOff x="0" y="0"/>
          <a:chExt cx="0" cy="0"/>
        </a:xfrm>
      </p:grpSpPr>
      <p:sp>
        <p:nvSpPr>
          <p:cNvPr id="275" name="Google Shape;275;p32"/>
          <p:cNvSpPr txBox="1">
            <a:spLocks noGrp="1"/>
          </p:cNvSpPr>
          <p:nvPr>
            <p:ph type="title"/>
          </p:nvPr>
        </p:nvSpPr>
        <p:spPr>
          <a:xfrm>
            <a:off x="490250" y="450150"/>
            <a:ext cx="6367800" cy="4090800"/>
          </a:xfrm>
          <a:prstGeom prst="rect">
            <a:avLst/>
          </a:prstGeom>
        </p:spPr>
        <p:txBody>
          <a:bodyPr spcFirstLastPara="1" wrap="square" lIns="0" tIns="0" rIns="0" bIns="0"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6"/>
        <p:cNvGrpSpPr/>
        <p:nvPr/>
      </p:nvGrpSpPr>
      <p:grpSpPr>
        <a:xfrm>
          <a:off x="0" y="0"/>
          <a:ext cx="0" cy="0"/>
          <a:chOff x="0" y="0"/>
          <a:chExt cx="0" cy="0"/>
        </a:xfrm>
      </p:grpSpPr>
      <p:sp>
        <p:nvSpPr>
          <p:cNvPr id="277" name="Google Shape;277;p33"/>
          <p:cNvSpPr txBox="1">
            <a:spLocks noGrp="1"/>
          </p:cNvSpPr>
          <p:nvPr>
            <p:ph type="title"/>
          </p:nvPr>
        </p:nvSpPr>
        <p:spPr>
          <a:xfrm>
            <a:off x="265500" y="1233175"/>
            <a:ext cx="4045200" cy="1482300"/>
          </a:xfrm>
          <a:prstGeom prst="rect">
            <a:avLst/>
          </a:prstGeom>
        </p:spPr>
        <p:txBody>
          <a:bodyPr spcFirstLastPara="1" wrap="square" lIns="0" tIns="0" rIns="0" bIns="0"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78" name="Google Shape;278;p3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79" name="Google Shape;279;p3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80"/>
        <p:cNvGrpSpPr/>
        <p:nvPr/>
      </p:nvGrpSpPr>
      <p:grpSpPr>
        <a:xfrm>
          <a:off x="0" y="0"/>
          <a:ext cx="0" cy="0"/>
          <a:chOff x="0" y="0"/>
          <a:chExt cx="0" cy="0"/>
        </a:xfrm>
      </p:grpSpPr>
      <p:sp>
        <p:nvSpPr>
          <p:cNvPr id="281" name="Google Shape;281;p3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82"/>
        <p:cNvGrpSpPr/>
        <p:nvPr/>
      </p:nvGrpSpPr>
      <p:grpSpPr>
        <a:xfrm>
          <a:off x="0" y="0"/>
          <a:ext cx="0" cy="0"/>
          <a:chOff x="0" y="0"/>
          <a:chExt cx="0" cy="0"/>
        </a:xfrm>
      </p:grpSpPr>
      <p:sp>
        <p:nvSpPr>
          <p:cNvPr id="283" name="Google Shape;283;p35"/>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86"/>
        <p:cNvGrpSpPr/>
        <p:nvPr/>
      </p:nvGrpSpPr>
      <p:grpSpPr>
        <a:xfrm>
          <a:off x="0" y="0"/>
          <a:ext cx="0" cy="0"/>
          <a:chOff x="0" y="0"/>
          <a:chExt cx="0" cy="0"/>
        </a:xfrm>
      </p:grpSpPr>
      <p:sp>
        <p:nvSpPr>
          <p:cNvPr id="287" name="Google Shape;287;p37"/>
          <p:cNvSpPr txBox="1">
            <a:spLocks noGrp="1"/>
          </p:cNvSpPr>
          <p:nvPr>
            <p:ph type="title"/>
          </p:nvPr>
        </p:nvSpPr>
        <p:spPr>
          <a:xfrm>
            <a:off x="677325" y="1832775"/>
            <a:ext cx="3217200" cy="1484100"/>
          </a:xfrm>
          <a:prstGeom prst="rect">
            <a:avLst/>
          </a:prstGeom>
        </p:spPr>
        <p:txBody>
          <a:bodyPr spcFirstLastPara="1" wrap="square" lIns="0" tIns="0" rIns="0" bIns="0"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37"/>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89" name="Google Shape;289;p37"/>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0" name="Google Shape;290;p37"/>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1" name="Google Shape;291;p37"/>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2" name="Google Shape;292;p37"/>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3" name="Google Shape;293;p37"/>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294"/>
        <p:cNvGrpSpPr/>
        <p:nvPr/>
      </p:nvGrpSpPr>
      <p:grpSpPr>
        <a:xfrm>
          <a:off x="0" y="0"/>
          <a:ext cx="0" cy="0"/>
          <a:chOff x="0" y="0"/>
          <a:chExt cx="0" cy="0"/>
        </a:xfrm>
      </p:grpSpPr>
      <p:sp>
        <p:nvSpPr>
          <p:cNvPr id="295" name="Google Shape;295;p38"/>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38"/>
          <p:cNvSpPr txBox="1">
            <a:spLocks noGrp="1"/>
          </p:cNvSpPr>
          <p:nvPr>
            <p:ph type="body" idx="1"/>
          </p:nvPr>
        </p:nvSpPr>
        <p:spPr>
          <a:xfrm>
            <a:off x="311700" y="1152475"/>
            <a:ext cx="4473900" cy="34164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97" name="Google Shape;297;p38"/>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298"/>
        <p:cNvGrpSpPr/>
        <p:nvPr/>
      </p:nvGrpSpPr>
      <p:grpSpPr>
        <a:xfrm>
          <a:off x="0" y="0"/>
          <a:ext cx="0" cy="0"/>
          <a:chOff x="0" y="0"/>
          <a:chExt cx="0" cy="0"/>
        </a:xfrm>
      </p:grpSpPr>
      <p:sp>
        <p:nvSpPr>
          <p:cNvPr id="299" name="Google Shape;299;p39"/>
          <p:cNvSpPr txBox="1">
            <a:spLocks noGrp="1"/>
          </p:cNvSpPr>
          <p:nvPr>
            <p:ph type="title"/>
          </p:nvPr>
        </p:nvSpPr>
        <p:spPr>
          <a:xfrm>
            <a:off x="483175"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00" name="Google Shape;300;p39"/>
          <p:cNvSpPr txBox="1">
            <a:spLocks noGrp="1"/>
          </p:cNvSpPr>
          <p:nvPr>
            <p:ph type="body" idx="1"/>
          </p:nvPr>
        </p:nvSpPr>
        <p:spPr>
          <a:xfrm>
            <a:off x="483150" y="2237788"/>
            <a:ext cx="36198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1" name="Google Shape;301;p39"/>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2" name="Google Shape;302;p39"/>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3" name="Google Shape;303;p39"/>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04"/>
        <p:cNvGrpSpPr/>
        <p:nvPr/>
      </p:nvGrpSpPr>
      <p:grpSpPr>
        <a:xfrm>
          <a:off x="0" y="0"/>
          <a:ext cx="0" cy="0"/>
          <a:chOff x="0" y="0"/>
          <a:chExt cx="0" cy="0"/>
        </a:xfrm>
      </p:grpSpPr>
      <p:sp>
        <p:nvSpPr>
          <p:cNvPr id="305" name="Google Shape;305;p40"/>
          <p:cNvSpPr txBox="1">
            <a:spLocks noGrp="1"/>
          </p:cNvSpPr>
          <p:nvPr>
            <p:ph type="body" idx="1"/>
          </p:nvPr>
        </p:nvSpPr>
        <p:spPr>
          <a:xfrm>
            <a:off x="483175" y="2417500"/>
            <a:ext cx="24555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6" name="Google Shape;306;p40"/>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7" name="Google Shape;307;p40"/>
          <p:cNvSpPr txBox="1">
            <a:spLocks noGrp="1"/>
          </p:cNvSpPr>
          <p:nvPr>
            <p:ph type="title"/>
          </p:nvPr>
        </p:nvSpPr>
        <p:spPr>
          <a:xfrm>
            <a:off x="483175" y="450025"/>
            <a:ext cx="8184600" cy="758100"/>
          </a:xfrm>
          <a:prstGeom prst="rect">
            <a:avLst/>
          </a:prstGeom>
        </p:spPr>
        <p:txBody>
          <a:bodyPr spcFirstLastPara="1" wrap="square" lIns="0" tIns="0" rIns="0"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08" name="Google Shape;308;p40"/>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9" name="Google Shape;309;p40"/>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0" name="Google Shape;310;p40"/>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1" name="Google Shape;311;p40"/>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12"/>
        <p:cNvGrpSpPr/>
        <p:nvPr/>
      </p:nvGrpSpPr>
      <p:grpSpPr>
        <a:xfrm>
          <a:off x="0" y="0"/>
          <a:ext cx="0" cy="0"/>
          <a:chOff x="0" y="0"/>
          <a:chExt cx="0" cy="0"/>
        </a:xfrm>
      </p:grpSpPr>
      <p:sp>
        <p:nvSpPr>
          <p:cNvPr id="313" name="Google Shape;313;p41"/>
          <p:cNvSpPr txBox="1">
            <a:spLocks noGrp="1"/>
          </p:cNvSpPr>
          <p:nvPr>
            <p:ph type="body" idx="1"/>
          </p:nvPr>
        </p:nvSpPr>
        <p:spPr>
          <a:xfrm>
            <a:off x="366725" y="1759093"/>
            <a:ext cx="3838500" cy="11385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4" name="Google Shape;314;p41"/>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5" name="Google Shape;315;p41"/>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6" name="Google Shape;316;p41"/>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7" name="Google Shape;317;p41"/>
          <p:cNvSpPr txBox="1">
            <a:spLocks noGrp="1"/>
          </p:cNvSpPr>
          <p:nvPr>
            <p:ph type="title"/>
          </p:nvPr>
        </p:nvSpPr>
        <p:spPr>
          <a:xfrm>
            <a:off x="366750"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18" name="Google Shape;318;p41"/>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9" name="Google Shape;319;p41"/>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0" name="Google Shape;320;p41"/>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1" name="Google Shape;321;p41"/>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22"/>
        <p:cNvGrpSpPr/>
        <p:nvPr/>
      </p:nvGrpSpPr>
      <p:grpSpPr>
        <a:xfrm>
          <a:off x="0" y="0"/>
          <a:ext cx="0" cy="0"/>
          <a:chOff x="0" y="0"/>
          <a:chExt cx="0" cy="0"/>
        </a:xfrm>
      </p:grpSpPr>
      <p:sp>
        <p:nvSpPr>
          <p:cNvPr id="323" name="Google Shape;323;p42"/>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4" name="Google Shape;324;p42"/>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25"/>
        <p:cNvGrpSpPr/>
        <p:nvPr/>
      </p:nvGrpSpPr>
      <p:grpSpPr>
        <a:xfrm>
          <a:off x="0" y="0"/>
          <a:ext cx="0" cy="0"/>
          <a:chOff x="0" y="0"/>
          <a:chExt cx="0" cy="0"/>
        </a:xfrm>
      </p:grpSpPr>
      <p:sp>
        <p:nvSpPr>
          <p:cNvPr id="326" name="Google Shape;326;p43"/>
          <p:cNvSpPr txBox="1">
            <a:spLocks noGrp="1"/>
          </p:cNvSpPr>
          <p:nvPr>
            <p:ph type="body" idx="1"/>
          </p:nvPr>
        </p:nvSpPr>
        <p:spPr>
          <a:xfrm>
            <a:off x="311700" y="4080225"/>
            <a:ext cx="4027500" cy="9261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7" name="Google Shape;327;p43"/>
          <p:cNvSpPr>
            <a:spLocks noGrp="1"/>
          </p:cNvSpPr>
          <p:nvPr>
            <p:ph type="pic" idx="2"/>
          </p:nvPr>
        </p:nvSpPr>
        <p:spPr>
          <a:xfrm>
            <a:off x="4804825" y="1133300"/>
            <a:ext cx="4027500" cy="2392800"/>
          </a:xfrm>
          <a:prstGeom prst="rect">
            <a:avLst/>
          </a:prstGeom>
          <a:noFill/>
          <a:ln>
            <a:noFill/>
          </a:ln>
        </p:spPr>
      </p:sp>
      <p:sp>
        <p:nvSpPr>
          <p:cNvPr id="328" name="Google Shape;328;p43"/>
          <p:cNvSpPr>
            <a:spLocks noGrp="1"/>
          </p:cNvSpPr>
          <p:nvPr>
            <p:ph type="pic" idx="3"/>
          </p:nvPr>
        </p:nvSpPr>
        <p:spPr>
          <a:xfrm>
            <a:off x="311725" y="1133300"/>
            <a:ext cx="4027500" cy="2392800"/>
          </a:xfrm>
          <a:prstGeom prst="rect">
            <a:avLst/>
          </a:prstGeom>
          <a:noFill/>
          <a:ln>
            <a:noFill/>
          </a:ln>
        </p:spPr>
      </p:sp>
      <p:sp>
        <p:nvSpPr>
          <p:cNvPr id="329" name="Google Shape;329;p43"/>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0" name="Google Shape;330;p43"/>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1" name="Google Shape;331;p43"/>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32" name="Google Shape;332;p43"/>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33"/>
        <p:cNvGrpSpPr/>
        <p:nvPr/>
      </p:nvGrpSpPr>
      <p:grpSpPr>
        <a:xfrm>
          <a:off x="0" y="0"/>
          <a:ext cx="0" cy="0"/>
          <a:chOff x="0" y="0"/>
          <a:chExt cx="0" cy="0"/>
        </a:xfrm>
      </p:grpSpPr>
      <p:sp>
        <p:nvSpPr>
          <p:cNvPr id="334" name="Google Shape;334;p44"/>
          <p:cNvSpPr txBox="1">
            <a:spLocks noGrp="1"/>
          </p:cNvSpPr>
          <p:nvPr>
            <p:ph type="body" idx="1"/>
          </p:nvPr>
        </p:nvSpPr>
        <p:spPr>
          <a:xfrm>
            <a:off x="311700" y="3911700"/>
            <a:ext cx="2627100" cy="10185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5" name="Google Shape;335;p44"/>
          <p:cNvSpPr>
            <a:spLocks noGrp="1"/>
          </p:cNvSpPr>
          <p:nvPr>
            <p:ph type="pic" idx="2"/>
          </p:nvPr>
        </p:nvSpPr>
        <p:spPr>
          <a:xfrm>
            <a:off x="6205225" y="1128325"/>
            <a:ext cx="2627100" cy="2273100"/>
          </a:xfrm>
          <a:prstGeom prst="rect">
            <a:avLst/>
          </a:prstGeom>
          <a:noFill/>
          <a:ln>
            <a:noFill/>
          </a:ln>
        </p:spPr>
      </p:sp>
      <p:sp>
        <p:nvSpPr>
          <p:cNvPr id="336" name="Google Shape;336;p44"/>
          <p:cNvSpPr>
            <a:spLocks noGrp="1"/>
          </p:cNvSpPr>
          <p:nvPr>
            <p:ph type="pic" idx="3"/>
          </p:nvPr>
        </p:nvSpPr>
        <p:spPr>
          <a:xfrm>
            <a:off x="311725" y="1128325"/>
            <a:ext cx="2627100" cy="2273100"/>
          </a:xfrm>
          <a:prstGeom prst="rect">
            <a:avLst/>
          </a:prstGeom>
          <a:noFill/>
          <a:ln>
            <a:noFill/>
          </a:ln>
        </p:spPr>
      </p:sp>
      <p:sp>
        <p:nvSpPr>
          <p:cNvPr id="337" name="Google Shape;337;p44"/>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8" name="Google Shape;338;p44"/>
          <p:cNvSpPr>
            <a:spLocks noGrp="1"/>
          </p:cNvSpPr>
          <p:nvPr>
            <p:ph type="pic" idx="5"/>
          </p:nvPr>
        </p:nvSpPr>
        <p:spPr>
          <a:xfrm>
            <a:off x="3255250" y="1128325"/>
            <a:ext cx="2627100" cy="2273100"/>
          </a:xfrm>
          <a:prstGeom prst="rect">
            <a:avLst/>
          </a:prstGeom>
          <a:noFill/>
          <a:ln>
            <a:noFill/>
          </a:ln>
        </p:spPr>
      </p:sp>
      <p:sp>
        <p:nvSpPr>
          <p:cNvPr id="339" name="Google Shape;339;p44"/>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0" name="Google Shape;340;p44"/>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44"/>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42" name="Google Shape;342;p44"/>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43" name="Google Shape;343;p44"/>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44"/>
        <p:cNvGrpSpPr/>
        <p:nvPr/>
      </p:nvGrpSpPr>
      <p:grpSpPr>
        <a:xfrm>
          <a:off x="0" y="0"/>
          <a:ext cx="0" cy="0"/>
          <a:chOff x="0" y="0"/>
          <a:chExt cx="0" cy="0"/>
        </a:xfrm>
      </p:grpSpPr>
      <p:sp>
        <p:nvSpPr>
          <p:cNvPr id="345" name="Google Shape;345;p45"/>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46"/>
        <p:cNvGrpSpPr/>
        <p:nvPr/>
      </p:nvGrpSpPr>
      <p:grpSpPr>
        <a:xfrm>
          <a:off x="0" y="0"/>
          <a:ext cx="0" cy="0"/>
          <a:chOff x="0" y="0"/>
          <a:chExt cx="0" cy="0"/>
        </a:xfrm>
      </p:grpSpPr>
      <p:sp>
        <p:nvSpPr>
          <p:cNvPr id="347" name="Google Shape;347;p46"/>
          <p:cNvSpPr>
            <a:spLocks noGrp="1"/>
          </p:cNvSpPr>
          <p:nvPr>
            <p:ph type="pic" idx="2"/>
          </p:nvPr>
        </p:nvSpPr>
        <p:spPr>
          <a:xfrm>
            <a:off x="3389600" y="118913"/>
            <a:ext cx="1643700" cy="1535100"/>
          </a:xfrm>
          <a:prstGeom prst="rect">
            <a:avLst/>
          </a:prstGeom>
          <a:noFill/>
          <a:ln>
            <a:noFill/>
          </a:ln>
        </p:spPr>
      </p:sp>
      <p:sp>
        <p:nvSpPr>
          <p:cNvPr id="348" name="Google Shape;348;p46"/>
          <p:cNvSpPr>
            <a:spLocks noGrp="1"/>
          </p:cNvSpPr>
          <p:nvPr>
            <p:ph type="pic" idx="3"/>
          </p:nvPr>
        </p:nvSpPr>
        <p:spPr>
          <a:xfrm>
            <a:off x="5195935" y="118913"/>
            <a:ext cx="1643700" cy="1535100"/>
          </a:xfrm>
          <a:prstGeom prst="rect">
            <a:avLst/>
          </a:prstGeom>
          <a:noFill/>
          <a:ln>
            <a:noFill/>
          </a:ln>
        </p:spPr>
      </p:sp>
      <p:sp>
        <p:nvSpPr>
          <p:cNvPr id="349" name="Google Shape;349;p46"/>
          <p:cNvSpPr>
            <a:spLocks noGrp="1"/>
          </p:cNvSpPr>
          <p:nvPr>
            <p:ph type="pic" idx="4"/>
          </p:nvPr>
        </p:nvSpPr>
        <p:spPr>
          <a:xfrm>
            <a:off x="7002270" y="118913"/>
            <a:ext cx="1643700" cy="1535100"/>
          </a:xfrm>
          <a:prstGeom prst="rect">
            <a:avLst/>
          </a:prstGeom>
          <a:noFill/>
          <a:ln>
            <a:noFill/>
          </a:ln>
        </p:spPr>
      </p:sp>
      <p:sp>
        <p:nvSpPr>
          <p:cNvPr id="350" name="Google Shape;350;p46"/>
          <p:cNvSpPr>
            <a:spLocks noGrp="1"/>
          </p:cNvSpPr>
          <p:nvPr>
            <p:ph type="pic" idx="5"/>
          </p:nvPr>
        </p:nvSpPr>
        <p:spPr>
          <a:xfrm>
            <a:off x="3389588" y="1804212"/>
            <a:ext cx="1643700" cy="1535100"/>
          </a:xfrm>
          <a:prstGeom prst="rect">
            <a:avLst/>
          </a:prstGeom>
          <a:noFill/>
          <a:ln>
            <a:noFill/>
          </a:ln>
        </p:spPr>
      </p:sp>
      <p:sp>
        <p:nvSpPr>
          <p:cNvPr id="351" name="Google Shape;351;p46"/>
          <p:cNvSpPr>
            <a:spLocks noGrp="1"/>
          </p:cNvSpPr>
          <p:nvPr>
            <p:ph type="pic" idx="6"/>
          </p:nvPr>
        </p:nvSpPr>
        <p:spPr>
          <a:xfrm>
            <a:off x="5195922" y="1804212"/>
            <a:ext cx="1643700" cy="1535100"/>
          </a:xfrm>
          <a:prstGeom prst="rect">
            <a:avLst/>
          </a:prstGeom>
          <a:noFill/>
          <a:ln>
            <a:noFill/>
          </a:ln>
        </p:spPr>
      </p:sp>
      <p:sp>
        <p:nvSpPr>
          <p:cNvPr id="352" name="Google Shape;352;p46"/>
          <p:cNvSpPr>
            <a:spLocks noGrp="1"/>
          </p:cNvSpPr>
          <p:nvPr>
            <p:ph type="pic" idx="7"/>
          </p:nvPr>
        </p:nvSpPr>
        <p:spPr>
          <a:xfrm>
            <a:off x="7002257" y="1804212"/>
            <a:ext cx="1643700" cy="1535100"/>
          </a:xfrm>
          <a:prstGeom prst="rect">
            <a:avLst/>
          </a:prstGeom>
          <a:noFill/>
          <a:ln>
            <a:noFill/>
          </a:ln>
        </p:spPr>
      </p:sp>
      <p:sp>
        <p:nvSpPr>
          <p:cNvPr id="353" name="Google Shape;353;p46"/>
          <p:cNvSpPr txBox="1">
            <a:spLocks noGrp="1"/>
          </p:cNvSpPr>
          <p:nvPr>
            <p:ph type="title"/>
          </p:nvPr>
        </p:nvSpPr>
        <p:spPr>
          <a:xfrm>
            <a:off x="351550" y="445025"/>
            <a:ext cx="2596800" cy="1706400"/>
          </a:xfrm>
          <a:prstGeom prst="rect">
            <a:avLst/>
          </a:prstGeom>
        </p:spPr>
        <p:txBody>
          <a:bodyPr spcFirstLastPara="1" wrap="square" lIns="0" tIns="0" rIns="0" bIns="0" anchor="ctr" anchorCtr="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4" name="Google Shape;354;p46"/>
          <p:cNvSpPr>
            <a:spLocks noGrp="1"/>
          </p:cNvSpPr>
          <p:nvPr>
            <p:ph type="pic" idx="8"/>
          </p:nvPr>
        </p:nvSpPr>
        <p:spPr>
          <a:xfrm>
            <a:off x="3389588" y="3489487"/>
            <a:ext cx="1643700" cy="1535100"/>
          </a:xfrm>
          <a:prstGeom prst="rect">
            <a:avLst/>
          </a:prstGeom>
          <a:noFill/>
          <a:ln>
            <a:noFill/>
          </a:ln>
        </p:spPr>
      </p:sp>
      <p:sp>
        <p:nvSpPr>
          <p:cNvPr id="355" name="Google Shape;355;p46"/>
          <p:cNvSpPr>
            <a:spLocks noGrp="1"/>
          </p:cNvSpPr>
          <p:nvPr>
            <p:ph type="pic" idx="9"/>
          </p:nvPr>
        </p:nvSpPr>
        <p:spPr>
          <a:xfrm>
            <a:off x="5195922" y="3489487"/>
            <a:ext cx="1643700" cy="1535100"/>
          </a:xfrm>
          <a:prstGeom prst="rect">
            <a:avLst/>
          </a:prstGeom>
          <a:noFill/>
          <a:ln>
            <a:noFill/>
          </a:ln>
        </p:spPr>
      </p:sp>
      <p:sp>
        <p:nvSpPr>
          <p:cNvPr id="356" name="Google Shape;356;p46"/>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84850" y="1555575"/>
            <a:ext cx="5710500" cy="2861400"/>
          </a:xfrm>
          <a:prstGeom prst="rect">
            <a:avLst/>
          </a:prstGeom>
          <a:noFill/>
          <a:ln>
            <a:noFill/>
          </a:ln>
        </p:spPr>
        <p:txBody>
          <a:bodyPr spcFirstLastPara="1" wrap="square" lIns="0" tIns="0" rIns="0" bIns="0" anchor="t" anchorCtr="0">
            <a:spAutoFit/>
          </a:bodyPr>
          <a:lstStyle>
            <a:lvl1pPr marL="457200" lvl="0"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7" name="Google Shape;7;p1"/>
          <p:cNvSpPr txBox="1">
            <a:spLocks noGrp="1"/>
          </p:cNvSpPr>
          <p:nvPr>
            <p:ph type="title"/>
          </p:nvPr>
        </p:nvSpPr>
        <p:spPr>
          <a:xfrm>
            <a:off x="284850" y="285900"/>
            <a:ext cx="6423900" cy="587700"/>
          </a:xfrm>
          <a:prstGeom prst="rect">
            <a:avLst/>
          </a:prstGeom>
          <a:noFill/>
          <a:ln>
            <a:noFill/>
          </a:ln>
        </p:spPr>
        <p:txBody>
          <a:bodyPr spcFirstLastPara="1" wrap="square" lIns="0" tIns="0" rIns="0" bIns="0" anchor="t" anchorCtr="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a:endParaRPr/>
          </a:p>
        </p:txBody>
      </p:sp>
      <p:sp>
        <p:nvSpPr>
          <p:cNvPr id="8" name="Google Shape;8;p1"/>
          <p:cNvSpPr txBox="1">
            <a:spLocks noGrp="1"/>
          </p:cNvSpPr>
          <p:nvPr>
            <p:ph type="sldNum" idx="12"/>
          </p:nvPr>
        </p:nvSpPr>
        <p:spPr>
          <a:xfrm>
            <a:off x="8308150" y="4782125"/>
            <a:ext cx="548700" cy="76200"/>
          </a:xfrm>
          <a:prstGeom prst="rect">
            <a:avLst/>
          </a:prstGeom>
          <a:noFill/>
          <a:ln>
            <a:noFill/>
          </a:ln>
        </p:spPr>
        <p:txBody>
          <a:bodyPr spcFirstLastPara="1" wrap="square" lIns="0" tIns="0" rIns="0" bIns="0" anchor="ctr" anchorCtr="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a:spLocks noGrp="1"/>
          </p:cNvSpPr>
          <p:nvPr>
            <p:ph type="title" idx="2"/>
          </p:nvPr>
        </p:nvSpPr>
        <p:spPr>
          <a:xfrm>
            <a:off x="288625" y="4778975"/>
            <a:ext cx="42273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0" name="Google Shape;10;p1"/>
          <p:cNvSpPr txBox="1">
            <a:spLocks noGrp="1"/>
          </p:cNvSpPr>
          <p:nvPr>
            <p:ph type="title" idx="3"/>
          </p:nvPr>
        </p:nvSpPr>
        <p:spPr>
          <a:xfrm>
            <a:off x="462975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1" name="Google Shape;11;p1"/>
          <p:cNvSpPr txBox="1">
            <a:spLocks noGrp="1"/>
          </p:cNvSpPr>
          <p:nvPr>
            <p:ph type="title" idx="4"/>
          </p:nvPr>
        </p:nvSpPr>
        <p:spPr>
          <a:xfrm>
            <a:off x="608610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2" name="Google Shape;12;p1"/>
          <p:cNvSpPr txBox="1">
            <a:spLocks noGrp="1"/>
          </p:cNvSpPr>
          <p:nvPr>
            <p:ph type="body" idx="5"/>
          </p:nvPr>
        </p:nvSpPr>
        <p:spPr>
          <a:xfrm>
            <a:off x="4239825" y="1398125"/>
            <a:ext cx="3648900" cy="22791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cxnSp>
        <p:nvCxnSpPr>
          <p:cNvPr id="361" name="Google Shape;361;p47"/>
          <p:cNvCxnSpPr/>
          <p:nvPr/>
        </p:nvCxnSpPr>
        <p:spPr>
          <a:xfrm>
            <a:off x="283850" y="1467534"/>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362" name="Google Shape;362;p47"/>
          <p:cNvCxnSpPr/>
          <p:nvPr/>
        </p:nvCxnSpPr>
        <p:spPr>
          <a:xfrm>
            <a:off x="283850" y="829634"/>
            <a:ext cx="8573100" cy="0"/>
          </a:xfrm>
          <a:prstGeom prst="straightConnector1">
            <a:avLst/>
          </a:prstGeom>
          <a:noFill/>
          <a:ln w="9525" cap="flat" cmpd="sng">
            <a:solidFill>
              <a:schemeClr val="lt1"/>
            </a:solidFill>
            <a:prstDash val="solid"/>
            <a:round/>
            <a:headEnd type="none" w="med" len="med"/>
            <a:tailEnd type="none" w="med" len="med"/>
          </a:ln>
        </p:spPr>
      </p:cxnSp>
      <p:sp>
        <p:nvSpPr>
          <p:cNvPr id="363" name="Google Shape;363;p4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
              <a:t>1</a:t>
            </a:fld>
            <a:endParaRPr/>
          </a:p>
        </p:txBody>
      </p:sp>
      <p:sp>
        <p:nvSpPr>
          <p:cNvPr id="364" name="Google Shape;364;p47"/>
          <p:cNvSpPr txBox="1">
            <a:spLocks noGrp="1"/>
          </p:cNvSpPr>
          <p:nvPr>
            <p:ph type="title"/>
          </p:nvPr>
        </p:nvSpPr>
        <p:spPr>
          <a:xfrm>
            <a:off x="283850" y="224410"/>
            <a:ext cx="6683700" cy="1236900"/>
          </a:xfrm>
          <a:prstGeom prst="rect">
            <a:avLst/>
          </a:prstGeom>
        </p:spPr>
        <p:txBody>
          <a:bodyPr spcFirstLastPara="1" wrap="square" lIns="0" tIns="91425" rIns="91425" bIns="91425" anchor="t" anchorCtr="0">
            <a:noAutofit/>
          </a:bodyPr>
          <a:lstStyle/>
          <a:p>
            <a:pPr marL="0" lvl="0" indent="0" algn="l" rtl="0">
              <a:spcBef>
                <a:spcPts val="0"/>
              </a:spcBef>
              <a:spcAft>
                <a:spcPts val="0"/>
              </a:spcAft>
              <a:buClr>
                <a:schemeClr val="lt1"/>
              </a:buClr>
              <a:buSzPts val="1100"/>
              <a:buFont typeface="Arial"/>
              <a:buNone/>
            </a:pPr>
            <a:r>
              <a:rPr lang="en" sz="4900"/>
              <a:t>ISTE 240</a:t>
            </a:r>
            <a:endParaRPr sz="4900"/>
          </a:p>
          <a:p>
            <a:pPr marL="0" lvl="0" indent="0" algn="l" rtl="0">
              <a:spcBef>
                <a:spcPts val="0"/>
              </a:spcBef>
              <a:spcAft>
                <a:spcPts val="0"/>
              </a:spcAft>
              <a:buNone/>
            </a:pPr>
            <a:endParaRPr sz="2800"/>
          </a:p>
          <a:p>
            <a:pPr marL="0" lvl="0" indent="0" algn="ctr" rtl="0">
              <a:spcBef>
                <a:spcPts val="0"/>
              </a:spcBef>
              <a:spcAft>
                <a:spcPts val="0"/>
              </a:spcAft>
              <a:buNone/>
            </a:pPr>
            <a:r>
              <a:rPr lang="en" sz="3300"/>
              <a:t>Web and Mobile II (Spring 2026)</a:t>
            </a:r>
            <a:endParaRPr sz="3300"/>
          </a:p>
        </p:txBody>
      </p:sp>
      <p:cxnSp>
        <p:nvCxnSpPr>
          <p:cNvPr id="365" name="Google Shape;365;p47"/>
          <p:cNvCxnSpPr/>
          <p:nvPr/>
        </p:nvCxnSpPr>
        <p:spPr>
          <a:xfrm>
            <a:off x="283850" y="4683734"/>
            <a:ext cx="8573100" cy="0"/>
          </a:xfrm>
          <a:prstGeom prst="straightConnector1">
            <a:avLst/>
          </a:prstGeom>
          <a:noFill/>
          <a:ln w="9525" cap="flat" cmpd="sng">
            <a:solidFill>
              <a:schemeClr val="lt1"/>
            </a:solidFill>
            <a:prstDash val="solid"/>
            <a:round/>
            <a:headEnd type="none" w="med" len="med"/>
            <a:tailEnd type="none" w="med" len="med"/>
          </a:ln>
        </p:spPr>
      </p:cxnSp>
      <p:sp>
        <p:nvSpPr>
          <p:cNvPr id="366" name="Google Shape;366;p47"/>
          <p:cNvSpPr txBox="1"/>
          <p:nvPr/>
        </p:nvSpPr>
        <p:spPr>
          <a:xfrm>
            <a:off x="83275" y="1686963"/>
            <a:ext cx="8638500" cy="27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700" b="1">
                <a:solidFill>
                  <a:schemeClr val="lt1"/>
                </a:solidFill>
                <a:latin typeface="Inter"/>
                <a:ea typeface="Inter"/>
                <a:cs typeface="Inter"/>
                <a:sym typeface="Inter"/>
              </a:rPr>
              <a:t>EventHub</a:t>
            </a:r>
            <a:endParaRPr sz="3700" b="1">
              <a:solidFill>
                <a:schemeClr val="lt1"/>
              </a:solidFill>
              <a:latin typeface="Inter"/>
              <a:ea typeface="Inter"/>
              <a:cs typeface="Inter"/>
              <a:sym typeface="Inter"/>
            </a:endParaRPr>
          </a:p>
          <a:p>
            <a:pPr marL="0" lvl="0" indent="0" algn="l" rtl="0">
              <a:spcBef>
                <a:spcPts val="0"/>
              </a:spcBef>
              <a:spcAft>
                <a:spcPts val="0"/>
              </a:spcAft>
              <a:buNone/>
            </a:pPr>
            <a:r>
              <a:rPr lang="en" sz="2400" b="1">
                <a:solidFill>
                  <a:schemeClr val="lt1"/>
                </a:solidFill>
                <a:latin typeface="Inter"/>
                <a:ea typeface="Inter"/>
                <a:cs typeface="Inter"/>
                <a:sym typeface="Inter"/>
              </a:rPr>
              <a:t>A Dynamic Events Management System</a:t>
            </a:r>
            <a:endParaRPr sz="2400" b="1">
              <a:solidFill>
                <a:schemeClr val="lt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8"/>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graphicFrame>
        <p:nvGraphicFramePr>
          <p:cNvPr id="372" name="Google Shape;372;p48"/>
          <p:cNvGraphicFramePr/>
          <p:nvPr/>
        </p:nvGraphicFramePr>
        <p:xfrm>
          <a:off x="892575" y="1523100"/>
          <a:ext cx="3000000" cy="3000000"/>
        </p:xfrm>
        <a:graphic>
          <a:graphicData uri="http://schemas.openxmlformats.org/drawingml/2006/table">
            <a:tbl>
              <a:tblPr>
                <a:noFill/>
                <a:tableStyleId>{F0E6107C-A905-4A21-9225-2C8527E1D919}</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gridSpan="2">
                  <a:txBody>
                    <a:bodyPr/>
                    <a:lstStyle/>
                    <a:p>
                      <a:pPr marL="0" lvl="0" indent="0" algn="ctr" rtl="0">
                        <a:spcBef>
                          <a:spcPts val="0"/>
                        </a:spcBef>
                        <a:spcAft>
                          <a:spcPts val="0"/>
                        </a:spcAft>
                        <a:buNone/>
                      </a:pPr>
                      <a:r>
                        <a:rPr lang="en" sz="3000" b="1"/>
                        <a:t>Team Members</a:t>
                      </a:r>
                      <a:endParaRPr sz="3000" b="1"/>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2000" b="1"/>
                        <a:t>Name </a:t>
                      </a:r>
                      <a:endParaRPr sz="2000" b="1"/>
                    </a:p>
                  </a:txBody>
                  <a:tcPr marL="91425" marR="91425" marT="91425" marB="91425"/>
                </a:tc>
                <a:tc>
                  <a:txBody>
                    <a:bodyPr/>
                    <a:lstStyle/>
                    <a:p>
                      <a:pPr marL="0" lvl="0" indent="0" algn="ctr" rtl="0">
                        <a:spcBef>
                          <a:spcPts val="0"/>
                        </a:spcBef>
                        <a:spcAft>
                          <a:spcPts val="0"/>
                        </a:spcAft>
                        <a:buNone/>
                      </a:pPr>
                      <a:r>
                        <a:rPr lang="en" sz="2000" b="1"/>
                        <a:t>UID</a:t>
                      </a:r>
                      <a:endParaRPr sz="2000" b="1"/>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2000" b="1"/>
                        <a:t>Ali Faisal</a:t>
                      </a:r>
                      <a:endParaRPr sz="2000" b="1"/>
                    </a:p>
                  </a:txBody>
                  <a:tcPr marL="91425" marR="91425" marT="91425" marB="91425"/>
                </a:tc>
                <a:tc>
                  <a:txBody>
                    <a:bodyPr/>
                    <a:lstStyle/>
                    <a:p>
                      <a:pPr marL="0" lvl="0" indent="0" algn="ctr" rtl="0">
                        <a:spcBef>
                          <a:spcPts val="0"/>
                        </a:spcBef>
                        <a:spcAft>
                          <a:spcPts val="0"/>
                        </a:spcAft>
                        <a:buNone/>
                      </a:pPr>
                      <a:r>
                        <a:rPr lang="en" sz="2000" b="1"/>
                        <a:t>415002117</a:t>
                      </a:r>
                      <a:endParaRPr sz="2000" b="1"/>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2000" b="1"/>
                        <a:t>Syed Rayan</a:t>
                      </a:r>
                      <a:endParaRPr sz="2000" b="1"/>
                    </a:p>
                  </a:txBody>
                  <a:tcPr marL="91425" marR="91425" marT="91425" marB="91425"/>
                </a:tc>
                <a:tc>
                  <a:txBody>
                    <a:bodyPr/>
                    <a:lstStyle/>
                    <a:p>
                      <a:pPr marL="0" lvl="0" indent="0" algn="ctr" rtl="0">
                        <a:spcBef>
                          <a:spcPts val="0"/>
                        </a:spcBef>
                        <a:spcAft>
                          <a:spcPts val="0"/>
                        </a:spcAft>
                        <a:buNone/>
                      </a:pPr>
                      <a:r>
                        <a:rPr lang="en" sz="2000" b="1">
                          <a:solidFill>
                            <a:schemeClr val="lt1"/>
                          </a:solidFill>
                        </a:rPr>
                        <a:t>764000072</a:t>
                      </a:r>
                      <a:endParaRPr sz="1600" b="1"/>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9"/>
          <p:cNvSpPr txBox="1">
            <a:spLocks noGrp="1"/>
          </p:cNvSpPr>
          <p:nvPr>
            <p:ph type="title"/>
          </p:nvPr>
        </p:nvSpPr>
        <p:spPr>
          <a:xfrm>
            <a:off x="284850" y="474875"/>
            <a:ext cx="4227300" cy="1154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Project overview</a:t>
            </a:r>
            <a:endParaRPr/>
          </a:p>
        </p:txBody>
      </p:sp>
      <p:sp>
        <p:nvSpPr>
          <p:cNvPr id="378" name="Google Shape;378;p4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
              <a:t>3</a:t>
            </a:fld>
            <a:endParaRPr/>
          </a:p>
        </p:txBody>
      </p:sp>
      <p:sp>
        <p:nvSpPr>
          <p:cNvPr id="379" name="Google Shape;379;p49"/>
          <p:cNvSpPr/>
          <p:nvPr/>
        </p:nvSpPr>
        <p:spPr>
          <a:xfrm rot="5400000">
            <a:off x="3852735" y="951709"/>
            <a:ext cx="659347" cy="659347"/>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cxnSp>
        <p:nvCxnSpPr>
          <p:cNvPr id="380" name="Google Shape;380;p49"/>
          <p:cNvCxnSpPr/>
          <p:nvPr/>
        </p:nvCxnSpPr>
        <p:spPr>
          <a:xfrm>
            <a:off x="283850" y="289571"/>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381" name="Google Shape;381;p49"/>
          <p:cNvCxnSpPr/>
          <p:nvPr/>
        </p:nvCxnSpPr>
        <p:spPr>
          <a:xfrm>
            <a:off x="283850" y="1751842"/>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382" name="Google Shape;382;p49"/>
          <p:cNvCxnSpPr/>
          <p:nvPr/>
        </p:nvCxnSpPr>
        <p:spPr>
          <a:xfrm>
            <a:off x="283850" y="3217783"/>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383" name="Google Shape;383;p49"/>
          <p:cNvCxnSpPr/>
          <p:nvPr/>
        </p:nvCxnSpPr>
        <p:spPr>
          <a:xfrm>
            <a:off x="225525" y="4195334"/>
            <a:ext cx="8573100" cy="0"/>
          </a:xfrm>
          <a:prstGeom prst="straightConnector1">
            <a:avLst/>
          </a:prstGeom>
          <a:noFill/>
          <a:ln w="9525" cap="flat" cmpd="sng">
            <a:solidFill>
              <a:schemeClr val="lt1"/>
            </a:solidFill>
            <a:prstDash val="solid"/>
            <a:round/>
            <a:headEnd type="none" w="med" len="med"/>
            <a:tailEnd type="none" w="med" len="med"/>
          </a:ln>
        </p:spPr>
      </p:cxnSp>
      <p:sp>
        <p:nvSpPr>
          <p:cNvPr id="384" name="Google Shape;384;p49"/>
          <p:cNvSpPr txBox="1"/>
          <p:nvPr/>
        </p:nvSpPr>
        <p:spPr>
          <a:xfrm>
            <a:off x="306700" y="1805000"/>
            <a:ext cx="8673000" cy="14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1"/>
                </a:solidFill>
                <a:latin typeface="Inter"/>
                <a:ea typeface="Inter"/>
                <a:cs typeface="Inter"/>
                <a:sym typeface="Inter"/>
              </a:rPr>
              <a:t>The Problem:</a:t>
            </a:r>
            <a:r>
              <a:rPr lang="en" sz="1800">
                <a:solidFill>
                  <a:schemeClr val="lt1"/>
                </a:solidFill>
                <a:latin typeface="Inter"/>
                <a:ea typeface="Inter"/>
                <a:cs typeface="Inter"/>
                <a:sym typeface="Inter"/>
              </a:rPr>
              <a:t> Existing Event Management Tools like personal calendars ( Google Calander) primarily focus on private scheduling of existing events and dont contain features such as community based events discovery which prevents users to discover and join new events that may be occuring </a:t>
            </a:r>
            <a:endParaRPr sz="1800">
              <a:solidFill>
                <a:schemeClr val="lt1"/>
              </a:solidFill>
              <a:latin typeface="Inter"/>
              <a:ea typeface="Inter"/>
              <a:cs typeface="Inter"/>
              <a:sym typeface="Inter"/>
            </a:endParaRPr>
          </a:p>
        </p:txBody>
      </p:sp>
      <p:sp>
        <p:nvSpPr>
          <p:cNvPr id="385" name="Google Shape;385;p49"/>
          <p:cNvSpPr txBox="1"/>
          <p:nvPr/>
        </p:nvSpPr>
        <p:spPr>
          <a:xfrm>
            <a:off x="329250" y="3217850"/>
            <a:ext cx="8485500" cy="115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chemeClr val="lt1"/>
                </a:solidFill>
              </a:rPr>
              <a:t>The Solution:</a:t>
            </a:r>
            <a:r>
              <a:rPr lang="en" sz="1900">
                <a:solidFill>
                  <a:schemeClr val="lt1"/>
                </a:solidFill>
              </a:rPr>
              <a:t> EventHub - a centralized web-based platform for exploring public events and managing community participation.</a:t>
            </a:r>
            <a:endParaRPr sz="1900">
              <a:solidFill>
                <a:schemeClr val="lt1"/>
              </a:solidFill>
              <a:latin typeface="Inter"/>
              <a:ea typeface="Inter"/>
              <a:cs typeface="Inter"/>
              <a:sym typeface="Inter"/>
            </a:endParaRPr>
          </a:p>
        </p:txBody>
      </p:sp>
      <p:sp>
        <p:nvSpPr>
          <p:cNvPr id="386" name="Google Shape;386;p49"/>
          <p:cNvSpPr txBox="1"/>
          <p:nvPr/>
        </p:nvSpPr>
        <p:spPr>
          <a:xfrm>
            <a:off x="340875" y="4329500"/>
            <a:ext cx="8485500" cy="6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chemeClr val="lt1"/>
                </a:solidFill>
              </a:rPr>
              <a:t>Goal:</a:t>
            </a:r>
            <a:r>
              <a:rPr lang="en" sz="1900">
                <a:solidFill>
                  <a:schemeClr val="lt1"/>
                </a:solidFill>
              </a:rPr>
              <a:t> To move beyond personal schedules into shared, interactive event experiences.</a:t>
            </a:r>
            <a:endParaRPr sz="2000">
              <a:solidFill>
                <a:schemeClr val="lt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
              <a:t>4</a:t>
            </a:fld>
            <a:endParaRPr/>
          </a:p>
        </p:txBody>
      </p:sp>
      <p:sp>
        <p:nvSpPr>
          <p:cNvPr id="392" name="Google Shape;392;p50"/>
          <p:cNvSpPr txBox="1">
            <a:spLocks noGrp="1"/>
          </p:cNvSpPr>
          <p:nvPr>
            <p:ph type="title"/>
          </p:nvPr>
        </p:nvSpPr>
        <p:spPr>
          <a:xfrm>
            <a:off x="283850" y="285900"/>
            <a:ext cx="7673100" cy="4710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b="1"/>
              <a:t>Project Scope &amp; User Roles</a:t>
            </a:r>
            <a:endParaRPr b="1"/>
          </a:p>
        </p:txBody>
      </p:sp>
      <p:sp>
        <p:nvSpPr>
          <p:cNvPr id="393" name="Google Shape;393;p50"/>
          <p:cNvSpPr txBox="1">
            <a:spLocks noGrp="1"/>
          </p:cNvSpPr>
          <p:nvPr>
            <p:ph type="body" idx="1"/>
          </p:nvPr>
        </p:nvSpPr>
        <p:spPr>
          <a:xfrm>
            <a:off x="283850" y="2873575"/>
            <a:ext cx="2055000" cy="728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500"/>
              <a:t>Two distinct roles with Role-Based Access Control (RBAC).</a:t>
            </a:r>
            <a:endParaRPr sz="1500"/>
          </a:p>
        </p:txBody>
      </p:sp>
      <p:sp>
        <p:nvSpPr>
          <p:cNvPr id="394" name="Google Shape;394;p50"/>
          <p:cNvSpPr txBox="1">
            <a:spLocks noGrp="1"/>
          </p:cNvSpPr>
          <p:nvPr>
            <p:ph type="body" idx="4"/>
          </p:nvPr>
        </p:nvSpPr>
        <p:spPr>
          <a:xfrm>
            <a:off x="3501175" y="2801175"/>
            <a:ext cx="2055000" cy="728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 </a:t>
            </a:r>
            <a:r>
              <a:rPr lang="en" sz="1500"/>
              <a:t>Can register, search events, subscribe, and view a personal dashboard.</a:t>
            </a:r>
            <a:endParaRPr sz="1500"/>
          </a:p>
        </p:txBody>
      </p:sp>
      <p:sp>
        <p:nvSpPr>
          <p:cNvPr id="395" name="Google Shape;395;p50"/>
          <p:cNvSpPr txBox="1">
            <a:spLocks noGrp="1"/>
          </p:cNvSpPr>
          <p:nvPr>
            <p:ph type="body" idx="5"/>
          </p:nvPr>
        </p:nvSpPr>
        <p:spPr>
          <a:xfrm>
            <a:off x="6718500" y="2753550"/>
            <a:ext cx="2054700" cy="728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500"/>
              <a:t>Full CRUD privileges (Create, Update, Delete) for events and user management.</a:t>
            </a:r>
            <a:endParaRPr sz="1500"/>
          </a:p>
        </p:txBody>
      </p:sp>
      <p:sp>
        <p:nvSpPr>
          <p:cNvPr id="396" name="Google Shape;396;p50"/>
          <p:cNvSpPr/>
          <p:nvPr/>
        </p:nvSpPr>
        <p:spPr>
          <a:xfrm>
            <a:off x="225498" y="2135275"/>
            <a:ext cx="1669200" cy="5010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dk1"/>
                </a:solidFill>
                <a:latin typeface="Inter"/>
                <a:ea typeface="Inter"/>
                <a:cs typeface="Inter"/>
                <a:sym typeface="Inter"/>
              </a:rPr>
              <a:t>User Roles</a:t>
            </a:r>
            <a:endParaRPr b="1">
              <a:solidFill>
                <a:schemeClr val="dk1"/>
              </a:solidFill>
              <a:latin typeface="Inter"/>
              <a:ea typeface="Inter"/>
              <a:cs typeface="Inter"/>
              <a:sym typeface="Inter"/>
            </a:endParaRPr>
          </a:p>
        </p:txBody>
      </p:sp>
      <p:sp>
        <p:nvSpPr>
          <p:cNvPr id="397" name="Google Shape;397;p50"/>
          <p:cNvSpPr/>
          <p:nvPr/>
        </p:nvSpPr>
        <p:spPr>
          <a:xfrm>
            <a:off x="3561325" y="2135287"/>
            <a:ext cx="1574100" cy="5010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dk1"/>
                </a:solidFill>
                <a:latin typeface="Inter"/>
                <a:ea typeface="Inter"/>
                <a:cs typeface="Inter"/>
                <a:sym typeface="Inter"/>
              </a:rPr>
              <a:t>Event Attendees</a:t>
            </a:r>
            <a:endParaRPr b="1">
              <a:solidFill>
                <a:schemeClr val="dk1"/>
              </a:solidFill>
              <a:latin typeface="Inter"/>
              <a:ea typeface="Inter"/>
              <a:cs typeface="Inter"/>
              <a:sym typeface="Inter"/>
            </a:endParaRPr>
          </a:p>
        </p:txBody>
      </p:sp>
      <p:sp>
        <p:nvSpPr>
          <p:cNvPr id="398" name="Google Shape;398;p50"/>
          <p:cNvSpPr/>
          <p:nvPr/>
        </p:nvSpPr>
        <p:spPr>
          <a:xfrm>
            <a:off x="6802050" y="2135263"/>
            <a:ext cx="1887600" cy="5010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dk1"/>
                </a:solidFill>
                <a:latin typeface="Inter"/>
                <a:ea typeface="Inter"/>
                <a:cs typeface="Inter"/>
                <a:sym typeface="Inter"/>
              </a:rPr>
              <a:t>Administrators</a:t>
            </a:r>
            <a:endParaRPr b="1">
              <a:solidFill>
                <a:schemeClr val="dk1"/>
              </a:solidFill>
              <a:latin typeface="Inter"/>
              <a:ea typeface="Inter"/>
              <a:cs typeface="Inter"/>
              <a:sym typeface="Inter"/>
            </a:endParaRPr>
          </a:p>
        </p:txBody>
      </p:sp>
      <p:cxnSp>
        <p:nvCxnSpPr>
          <p:cNvPr id="399" name="Google Shape;399;p50"/>
          <p:cNvCxnSpPr/>
          <p:nvPr/>
        </p:nvCxnSpPr>
        <p:spPr>
          <a:xfrm>
            <a:off x="225525" y="1551775"/>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400" name="Google Shape;400;p50"/>
          <p:cNvCxnSpPr/>
          <p:nvPr/>
        </p:nvCxnSpPr>
        <p:spPr>
          <a:xfrm>
            <a:off x="242125" y="4088475"/>
            <a:ext cx="8573100" cy="0"/>
          </a:xfrm>
          <a:prstGeom prst="straightConnector1">
            <a:avLst/>
          </a:prstGeom>
          <a:noFill/>
          <a:ln w="9525" cap="flat" cmpd="sng">
            <a:solidFill>
              <a:schemeClr val="lt1"/>
            </a:solidFill>
            <a:prstDash val="solid"/>
            <a:round/>
            <a:headEnd type="none" w="med" len="med"/>
            <a:tailEnd type="none" w="med" len="med"/>
          </a:ln>
        </p:spPr>
      </p:cxnSp>
      <p:sp>
        <p:nvSpPr>
          <p:cNvPr id="401" name="Google Shape;401;p50"/>
          <p:cNvSpPr txBox="1"/>
          <p:nvPr/>
        </p:nvSpPr>
        <p:spPr>
          <a:xfrm>
            <a:off x="340875" y="4222650"/>
            <a:ext cx="8432400" cy="8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chemeClr val="lt1"/>
                </a:solidFill>
              </a:rPr>
              <a:t>Boundaries:</a:t>
            </a:r>
            <a:r>
              <a:rPr lang="en" sz="1900">
                <a:solidFill>
                  <a:schemeClr val="lt1"/>
                </a:solidFill>
              </a:rPr>
              <a:t> Focusing on core functionality; payment systems are currently out of scope.</a:t>
            </a:r>
            <a:endParaRPr sz="2000">
              <a:solidFill>
                <a:schemeClr val="lt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1"/>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407" name="Google Shape;407;p51"/>
          <p:cNvSpPr txBox="1">
            <a:spLocks noGrp="1"/>
          </p:cNvSpPr>
          <p:nvPr>
            <p:ph type="title"/>
          </p:nvPr>
        </p:nvSpPr>
        <p:spPr>
          <a:xfrm>
            <a:off x="630000" y="239375"/>
            <a:ext cx="6423900" cy="4710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b="1"/>
              <a:t>Technical Stack</a:t>
            </a:r>
            <a:endParaRPr b="1"/>
          </a:p>
        </p:txBody>
      </p:sp>
      <p:sp>
        <p:nvSpPr>
          <p:cNvPr id="408" name="Google Shape;408;p51"/>
          <p:cNvSpPr txBox="1"/>
          <p:nvPr/>
        </p:nvSpPr>
        <p:spPr>
          <a:xfrm>
            <a:off x="0" y="917525"/>
            <a:ext cx="8002800" cy="386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1"/>
                </a:solidFill>
              </a:rPr>
              <a:t>Architecture:</a:t>
            </a:r>
            <a:r>
              <a:rPr lang="en" sz="1800">
                <a:solidFill>
                  <a:schemeClr val="lt1"/>
                </a:solidFill>
              </a:rPr>
              <a:t> Java Spring Boot following th</a:t>
            </a:r>
            <a:r>
              <a:rPr lang="en" sz="1900">
                <a:solidFill>
                  <a:schemeClr val="lt1"/>
                </a:solidFill>
              </a:rPr>
              <a:t>e MVC Design Pattern.</a:t>
            </a:r>
            <a:endParaRPr sz="1900">
              <a:solidFill>
                <a:schemeClr val="lt1"/>
              </a:solidFill>
            </a:endParaRPr>
          </a:p>
          <a:p>
            <a:pPr marL="0" lvl="0" indent="0" algn="l" rtl="0">
              <a:spcBef>
                <a:spcPts val="0"/>
              </a:spcBef>
              <a:spcAft>
                <a:spcPts val="0"/>
              </a:spcAft>
              <a:buClr>
                <a:schemeClr val="lt1"/>
              </a:buClr>
              <a:buSzPts val="1100"/>
              <a:buFont typeface="Arial"/>
              <a:buNone/>
            </a:pPr>
            <a:endParaRPr sz="1900">
              <a:solidFill>
                <a:schemeClr val="lt1"/>
              </a:solidFill>
            </a:endParaRPr>
          </a:p>
          <a:p>
            <a:pPr marL="0" lvl="0" indent="0" algn="l" rtl="0">
              <a:spcBef>
                <a:spcPts val="0"/>
              </a:spcBef>
              <a:spcAft>
                <a:spcPts val="0"/>
              </a:spcAft>
              <a:buNone/>
            </a:pPr>
            <a:r>
              <a:rPr lang="en" sz="1900" b="1">
                <a:solidFill>
                  <a:schemeClr val="lt1"/>
                </a:solidFill>
              </a:rPr>
              <a:t>Frontend:</a:t>
            </a:r>
            <a:r>
              <a:rPr lang="en" sz="1900">
                <a:solidFill>
                  <a:schemeClr val="lt1"/>
                </a:solidFill>
              </a:rPr>
              <a:t> Responsive UI using HTML, Mustache templates, and Bootstrap/Tailwind CSS.</a:t>
            </a:r>
            <a:endParaRPr sz="1900">
              <a:solidFill>
                <a:schemeClr val="lt1"/>
              </a:solidFill>
            </a:endParaRPr>
          </a:p>
          <a:p>
            <a:pPr marL="0" lvl="0" indent="0" algn="l" rtl="0">
              <a:spcBef>
                <a:spcPts val="0"/>
              </a:spcBef>
              <a:spcAft>
                <a:spcPts val="0"/>
              </a:spcAft>
              <a:buClr>
                <a:schemeClr val="lt1"/>
              </a:buClr>
              <a:buSzPts val="1100"/>
              <a:buFont typeface="Arial"/>
              <a:buNone/>
            </a:pPr>
            <a:endParaRPr sz="1900">
              <a:solidFill>
                <a:schemeClr val="lt1"/>
              </a:solidFill>
            </a:endParaRPr>
          </a:p>
          <a:p>
            <a:pPr marL="0" lvl="0" indent="0" algn="l" rtl="0">
              <a:spcBef>
                <a:spcPts val="0"/>
              </a:spcBef>
              <a:spcAft>
                <a:spcPts val="0"/>
              </a:spcAft>
              <a:buNone/>
            </a:pPr>
            <a:r>
              <a:rPr lang="en" sz="1900" b="1">
                <a:solidFill>
                  <a:schemeClr val="lt1"/>
                </a:solidFill>
              </a:rPr>
              <a:t>Backend:</a:t>
            </a:r>
            <a:r>
              <a:rPr lang="en" sz="1900">
                <a:solidFill>
                  <a:schemeClr val="lt1"/>
                </a:solidFill>
              </a:rPr>
              <a:t> Spring Boot with defined Controller, Service, and Repository layers.</a:t>
            </a:r>
            <a:endParaRPr sz="1900">
              <a:solidFill>
                <a:schemeClr val="lt1"/>
              </a:solidFill>
            </a:endParaRPr>
          </a:p>
          <a:p>
            <a:pPr marL="0" lvl="0" indent="0" algn="l" rtl="0">
              <a:spcBef>
                <a:spcPts val="0"/>
              </a:spcBef>
              <a:spcAft>
                <a:spcPts val="0"/>
              </a:spcAft>
              <a:buClr>
                <a:schemeClr val="lt1"/>
              </a:buClr>
              <a:buSzPts val="1100"/>
              <a:buFont typeface="Arial"/>
              <a:buNone/>
            </a:pPr>
            <a:endParaRPr sz="1900">
              <a:solidFill>
                <a:schemeClr val="lt1"/>
              </a:solidFill>
            </a:endParaRPr>
          </a:p>
          <a:p>
            <a:pPr marL="0" lvl="0" indent="0" algn="l" rtl="0">
              <a:spcBef>
                <a:spcPts val="0"/>
              </a:spcBef>
              <a:spcAft>
                <a:spcPts val="0"/>
              </a:spcAft>
              <a:buNone/>
            </a:pPr>
            <a:r>
              <a:rPr lang="en" sz="1900" b="1">
                <a:solidFill>
                  <a:schemeClr val="lt1"/>
                </a:solidFill>
              </a:rPr>
              <a:t>Database:</a:t>
            </a:r>
            <a:r>
              <a:rPr lang="en" sz="1900">
                <a:solidFill>
                  <a:schemeClr val="lt1"/>
                </a:solidFill>
              </a:rPr>
              <a:t> MySQL for storage of users, events, and subscriptions.</a:t>
            </a:r>
            <a:endParaRPr sz="1900">
              <a:solidFill>
                <a:schemeClr val="lt1"/>
              </a:solidFill>
            </a:endParaRPr>
          </a:p>
          <a:p>
            <a:pPr marL="0" lvl="0" indent="0" algn="l" rtl="0">
              <a:spcBef>
                <a:spcPts val="0"/>
              </a:spcBef>
              <a:spcAft>
                <a:spcPts val="0"/>
              </a:spcAft>
              <a:buNone/>
            </a:pPr>
            <a:endParaRPr sz="2500">
              <a:solidFill>
                <a:schemeClr val="lt1"/>
              </a:solidFill>
            </a:endParaRPr>
          </a:p>
          <a:p>
            <a:pPr marL="0" lvl="0" indent="0" algn="l" rtl="0">
              <a:spcBef>
                <a:spcPts val="0"/>
              </a:spcBef>
              <a:spcAft>
                <a:spcPts val="0"/>
              </a:spcAft>
              <a:buClr>
                <a:schemeClr val="lt1"/>
              </a:buClr>
              <a:buSzPts val="1100"/>
              <a:buFont typeface="Arial"/>
              <a:buNone/>
            </a:pPr>
            <a:endParaRPr sz="25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cxnSp>
        <p:nvCxnSpPr>
          <p:cNvPr id="413" name="Google Shape;413;p52"/>
          <p:cNvCxnSpPr/>
          <p:nvPr/>
        </p:nvCxnSpPr>
        <p:spPr>
          <a:xfrm rot="10800000">
            <a:off x="-50" y="4682675"/>
            <a:ext cx="9144000" cy="0"/>
          </a:xfrm>
          <a:prstGeom prst="straightConnector1">
            <a:avLst/>
          </a:prstGeom>
          <a:noFill/>
          <a:ln w="9525" cap="flat" cmpd="sng">
            <a:solidFill>
              <a:schemeClr val="dk2"/>
            </a:solidFill>
            <a:prstDash val="solid"/>
            <a:round/>
            <a:headEnd type="none" w="med" len="med"/>
            <a:tailEnd type="none" w="med" len="med"/>
          </a:ln>
        </p:spPr>
      </p:cxnSp>
      <p:sp>
        <p:nvSpPr>
          <p:cNvPr id="414" name="Google Shape;414;p52"/>
          <p:cNvSpPr/>
          <p:nvPr/>
        </p:nvSpPr>
        <p:spPr>
          <a:xfrm>
            <a:off x="284850" y="1555575"/>
            <a:ext cx="1005000" cy="9657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3600">
              <a:solidFill>
                <a:schemeClr val="dk1"/>
              </a:solidFill>
              <a:latin typeface="Inter"/>
              <a:ea typeface="Inter"/>
              <a:cs typeface="Inter"/>
              <a:sym typeface="Inter"/>
            </a:endParaRPr>
          </a:p>
        </p:txBody>
      </p:sp>
      <p:sp>
        <p:nvSpPr>
          <p:cNvPr id="415" name="Google Shape;415;p52"/>
          <p:cNvSpPr/>
          <p:nvPr/>
        </p:nvSpPr>
        <p:spPr>
          <a:xfrm>
            <a:off x="1736388" y="2636275"/>
            <a:ext cx="1005000" cy="965700"/>
          </a:xfrm>
          <a:prstGeom prst="roundRect">
            <a:avLst>
              <a:gd name="adj" fmla="val 50000"/>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endParaRPr sz="3600">
              <a:solidFill>
                <a:schemeClr val="dk1"/>
              </a:solidFill>
              <a:latin typeface="Inter"/>
              <a:ea typeface="Inter"/>
              <a:cs typeface="Inter"/>
              <a:sym typeface="Inter"/>
            </a:endParaRPr>
          </a:p>
        </p:txBody>
      </p:sp>
      <p:sp>
        <p:nvSpPr>
          <p:cNvPr id="416" name="Google Shape;416;p52"/>
          <p:cNvSpPr/>
          <p:nvPr/>
        </p:nvSpPr>
        <p:spPr>
          <a:xfrm>
            <a:off x="3185700" y="3716975"/>
            <a:ext cx="1005000" cy="9657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3600">
              <a:solidFill>
                <a:schemeClr val="dk1"/>
              </a:solidFill>
              <a:latin typeface="Inter"/>
              <a:ea typeface="Inter"/>
              <a:cs typeface="Inter"/>
              <a:sym typeface="Inter"/>
            </a:endParaRPr>
          </a:p>
        </p:txBody>
      </p:sp>
      <p:cxnSp>
        <p:nvCxnSpPr>
          <p:cNvPr id="417" name="Google Shape;417;p52"/>
          <p:cNvCxnSpPr/>
          <p:nvPr/>
        </p:nvCxnSpPr>
        <p:spPr>
          <a:xfrm rot="10800000">
            <a:off x="-50" y="1552075"/>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52"/>
          <p:cNvCxnSpPr/>
          <p:nvPr/>
        </p:nvCxnSpPr>
        <p:spPr>
          <a:xfrm rot="10800000">
            <a:off x="-50" y="2636275"/>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52"/>
          <p:cNvCxnSpPr/>
          <p:nvPr/>
        </p:nvCxnSpPr>
        <p:spPr>
          <a:xfrm rot="10800000">
            <a:off x="-50" y="3716975"/>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52"/>
          <p:cNvCxnSpPr/>
          <p:nvPr/>
        </p:nvCxnSpPr>
        <p:spPr>
          <a:xfrm rot="10800000">
            <a:off x="-50" y="3606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21" name="Google Shape;421;p52"/>
          <p:cNvCxnSpPr/>
          <p:nvPr/>
        </p:nvCxnSpPr>
        <p:spPr>
          <a:xfrm rot="10800000">
            <a:off x="-50" y="2525850"/>
            <a:ext cx="9144000" cy="0"/>
          </a:xfrm>
          <a:prstGeom prst="straightConnector1">
            <a:avLst/>
          </a:prstGeom>
          <a:noFill/>
          <a:ln w="9525" cap="flat" cmpd="sng">
            <a:solidFill>
              <a:schemeClr val="dk2"/>
            </a:solidFill>
            <a:prstDash val="solid"/>
            <a:round/>
            <a:headEnd type="none" w="med" len="med"/>
            <a:tailEnd type="none" w="med" len="med"/>
          </a:ln>
        </p:spPr>
      </p:cxnSp>
      <p:sp>
        <p:nvSpPr>
          <p:cNvPr id="422" name="Google Shape;422;p52"/>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sp>
        <p:nvSpPr>
          <p:cNvPr id="423" name="Google Shape;423;p52"/>
          <p:cNvSpPr txBox="1">
            <a:spLocks noGrp="1"/>
          </p:cNvSpPr>
          <p:nvPr>
            <p:ph type="body" idx="4"/>
          </p:nvPr>
        </p:nvSpPr>
        <p:spPr>
          <a:xfrm>
            <a:off x="3187500" y="2635425"/>
            <a:ext cx="4227000" cy="972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500" b="1">
                <a:latin typeface="Arial"/>
                <a:ea typeface="Arial"/>
                <a:cs typeface="Arial"/>
                <a:sym typeface="Arial"/>
              </a:rPr>
              <a:t>Engagement:</a:t>
            </a:r>
            <a:r>
              <a:rPr lang="en" sz="1500">
                <a:latin typeface="Arial"/>
                <a:ea typeface="Arial"/>
                <a:cs typeface="Arial"/>
                <a:sym typeface="Arial"/>
              </a:rPr>
              <a:t> Automated updates and event reminders to improve user interaction.</a:t>
            </a:r>
            <a:endParaRPr sz="1500"/>
          </a:p>
        </p:txBody>
      </p:sp>
      <p:sp>
        <p:nvSpPr>
          <p:cNvPr id="424" name="Google Shape;424;p52"/>
          <p:cNvSpPr txBox="1">
            <a:spLocks noGrp="1"/>
          </p:cNvSpPr>
          <p:nvPr>
            <p:ph type="body" idx="5"/>
          </p:nvPr>
        </p:nvSpPr>
        <p:spPr>
          <a:xfrm>
            <a:off x="4629750" y="3706771"/>
            <a:ext cx="4227000" cy="972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500" b="1">
                <a:latin typeface="Arial"/>
                <a:ea typeface="Arial"/>
                <a:cs typeface="Arial"/>
                <a:sym typeface="Arial"/>
              </a:rPr>
              <a:t>Expected Outcome:</a:t>
            </a:r>
            <a:r>
              <a:rPr lang="en" sz="1500">
                <a:latin typeface="Arial"/>
                <a:ea typeface="Arial"/>
                <a:cs typeface="Arial"/>
                <a:sym typeface="Arial"/>
              </a:rPr>
              <a:t> A fully functional full-stack application with database-driven dynamic content.</a:t>
            </a:r>
            <a:endParaRPr sz="1500"/>
          </a:p>
        </p:txBody>
      </p:sp>
      <p:sp>
        <p:nvSpPr>
          <p:cNvPr id="425" name="Google Shape;425;p52"/>
          <p:cNvSpPr txBox="1">
            <a:spLocks noGrp="1"/>
          </p:cNvSpPr>
          <p:nvPr>
            <p:ph type="title"/>
          </p:nvPr>
        </p:nvSpPr>
        <p:spPr>
          <a:xfrm>
            <a:off x="283850" y="285900"/>
            <a:ext cx="5674200" cy="941796"/>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dirty="0" smtClean="0"/>
              <a:t>Key Outcomes</a:t>
            </a:r>
            <a:br>
              <a:rPr lang="en" dirty="0" smtClean="0"/>
            </a:br>
            <a:endParaRPr dirty="0"/>
          </a:p>
        </p:txBody>
      </p:sp>
      <p:sp>
        <p:nvSpPr>
          <p:cNvPr id="426" name="Google Shape;426;p52"/>
          <p:cNvSpPr txBox="1">
            <a:spLocks noGrp="1"/>
          </p:cNvSpPr>
          <p:nvPr>
            <p:ph type="body" idx="6"/>
          </p:nvPr>
        </p:nvSpPr>
        <p:spPr>
          <a:xfrm>
            <a:off x="1736400" y="1553875"/>
            <a:ext cx="4227000" cy="972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500" b="1">
                <a:solidFill>
                  <a:srgbClr val="FFFFFF"/>
                </a:solidFill>
                <a:latin typeface="Arial"/>
                <a:ea typeface="Arial"/>
                <a:cs typeface="Arial"/>
                <a:sym typeface="Arial"/>
              </a:rPr>
              <a:t>Interactive Features:</a:t>
            </a:r>
            <a:r>
              <a:rPr lang="en" sz="1500">
                <a:solidFill>
                  <a:srgbClr val="FFFFFF"/>
                </a:solidFill>
                <a:latin typeface="Arial"/>
                <a:ea typeface="Arial"/>
                <a:cs typeface="Arial"/>
                <a:sym typeface="Arial"/>
              </a:rPr>
              <a:t> Secure login, event discovery, and a subscription-based notification system.</a:t>
            </a:r>
            <a:endParaRPr sz="1600">
              <a:solidFill>
                <a:srgbClr val="FFFFFF"/>
              </a:solidFill>
            </a:endParaRPr>
          </a:p>
        </p:txBody>
      </p:sp>
      <p:sp>
        <p:nvSpPr>
          <p:cNvPr id="427" name="Google Shape;427;p52"/>
          <p:cNvSpPr txBox="1">
            <a:spLocks noGrp="1"/>
          </p:cNvSpPr>
          <p:nvPr>
            <p:ph type="subTitle" idx="2"/>
          </p:nvPr>
        </p:nvSpPr>
        <p:spPr>
          <a:xfrm>
            <a:off x="1736388" y="2636275"/>
            <a:ext cx="1005000" cy="9720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t>02</a:t>
            </a:r>
            <a:endParaRPr/>
          </a:p>
        </p:txBody>
      </p:sp>
      <p:sp>
        <p:nvSpPr>
          <p:cNvPr id="428" name="Google Shape;428;p52"/>
          <p:cNvSpPr txBox="1">
            <a:spLocks noGrp="1"/>
          </p:cNvSpPr>
          <p:nvPr>
            <p:ph type="subTitle" idx="1"/>
          </p:nvPr>
        </p:nvSpPr>
        <p:spPr>
          <a:xfrm>
            <a:off x="3185700" y="3716975"/>
            <a:ext cx="1005000" cy="9720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solidFill>
                  <a:schemeClr val="lt1"/>
                </a:solidFill>
              </a:rPr>
              <a:t>03</a:t>
            </a:r>
            <a:endParaRPr>
              <a:solidFill>
                <a:schemeClr val="lt1"/>
              </a:solidFill>
            </a:endParaRPr>
          </a:p>
        </p:txBody>
      </p:sp>
    </p:spTree>
  </p:cSld>
  <p:clrMapOvr>
    <a:masterClrMapping/>
  </p:clrMapOvr>
</p:sld>
</file>

<file path=ppt/theme/theme1.xml><?xml version="1.0" encoding="utf-8"?>
<a:theme xmlns:a="http://schemas.openxmlformats.org/drawingml/2006/main"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276</Words>
  <Application>Microsoft Office PowerPoint</Application>
  <PresentationFormat>On-screen Show (16:9)</PresentationFormat>
  <Paragraphs>44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Inter</vt:lpstr>
      <vt:lpstr>Project timeline/workflow presentation | Style 2 | Subway</vt:lpstr>
      <vt:lpstr>ISTE 240  Web and Mobile II (Spring 2026)</vt:lpstr>
      <vt:lpstr>PowerPoint Presentation</vt:lpstr>
      <vt:lpstr>Project overview</vt:lpstr>
      <vt:lpstr>Project Scope &amp; User Roles</vt:lpstr>
      <vt:lpstr>Technical Stack</vt:lpstr>
      <vt:lpstr>Key Outcomes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ISTE 240  Web and Mobile II (Spring 2026)</dc:title>
  <dc:creator>Lenovo</dc:creator>
  <cp:lastModifiedBy>Lenovo</cp:lastModifiedBy>
  <cp:revision>1</cp:revision>
  <dcterms:modified xsi:type="dcterms:W3CDTF">2026-02-06T06:25:28Z</dcterms:modified>
</cp:coreProperties>
</file>