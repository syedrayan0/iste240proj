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3"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embeddedFontLst>
    <p:embeddedFont>
      <p:font typeface="Inter"/>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0E6107C-A905-4A21-9225-2C8527E1D919}">
  <a:tblStyle styleId="{F0E6107C-A905-4A21-9225-2C8527E1D91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Inter-regular.fntdata"/><Relationship Id="rId12" Type="http://schemas.openxmlformats.org/officeDocument/2006/relationships/slide" Target="slides/slide6.xml"/><Relationship Id="rId15" Type="http://schemas.openxmlformats.org/officeDocument/2006/relationships/font" Target="fonts/Inter-italic.fntdata"/><Relationship Id="rId14" Type="http://schemas.openxmlformats.org/officeDocument/2006/relationships/font" Target="fonts/Inter-bold.fntdata"/><Relationship Id="rId16" Type="http://schemas.openxmlformats.org/officeDocument/2006/relationships/font" Target="fonts/Inter-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868caa927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868caa927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868caa927b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868caa927b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868caa927b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868caa927b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868caa927b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868caa927b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868caa927b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868caa927b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868caa927b_0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868caa927b_0_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
    <p:spTree>
      <p:nvGrpSpPr>
        <p:cNvPr id="13" name="Shape 13"/>
        <p:cNvGrpSpPr/>
        <p:nvPr/>
      </p:nvGrpSpPr>
      <p:grpSpPr>
        <a:xfrm>
          <a:off x="0" y="0"/>
          <a:ext cx="0" cy="0"/>
          <a:chOff x="0" y="0"/>
          <a:chExt cx="0" cy="0"/>
        </a:xfrm>
      </p:grpSpPr>
      <p:sp>
        <p:nvSpPr>
          <p:cNvPr id="14" name="Google Shape;14;p2"/>
          <p:cNvSpPr txBox="1"/>
          <p:nvPr>
            <p:ph type="title"/>
          </p:nvPr>
        </p:nvSpPr>
        <p:spPr>
          <a:xfrm>
            <a:off x="284850" y="474875"/>
            <a:ext cx="4227300" cy="11547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15" name="Google Shape;15;p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2"/>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body"/>
          </p:nvPr>
        </p:nvSpPr>
        <p:spPr>
          <a:xfrm>
            <a:off x="4629550" y="3479875"/>
            <a:ext cx="4227300" cy="923400"/>
          </a:xfrm>
          <a:prstGeom prst="rect">
            <a:avLst/>
          </a:prstGeom>
        </p:spPr>
        <p:txBody>
          <a:bodyPr anchorCtr="0" anchor="t" bIns="91425" lIns="182875" spcFirstLastPara="1" rIns="182875" wrap="square" tIns="91425">
            <a:noAutofit/>
          </a:bodyPr>
          <a:lstStyle>
            <a:lvl1pPr indent="-304800" lvl="0" marL="457200">
              <a:lnSpc>
                <a:spcPct val="100000"/>
              </a:lnSpc>
              <a:spcBef>
                <a:spcPts val="0"/>
              </a:spcBef>
              <a:spcAft>
                <a:spcPts val="0"/>
              </a:spcAft>
              <a:buSzPts val="1200"/>
              <a:buChar char="●"/>
              <a:defRPr/>
            </a:lvl1pPr>
            <a:lvl2pPr indent="-304800" lvl="1" marL="914400">
              <a:lnSpc>
                <a:spcPct val="100000"/>
              </a:lnSpc>
              <a:spcBef>
                <a:spcPts val="0"/>
              </a:spcBef>
              <a:spcAft>
                <a:spcPts val="0"/>
              </a:spcAft>
              <a:buSzPts val="1200"/>
              <a:buChar char="○"/>
              <a:defRPr/>
            </a:lvl2pPr>
            <a:lvl3pPr indent="-304800" lvl="2" marL="1371600">
              <a:lnSpc>
                <a:spcPct val="100000"/>
              </a:lnSpc>
              <a:spcBef>
                <a:spcPts val="0"/>
              </a:spcBef>
              <a:spcAft>
                <a:spcPts val="0"/>
              </a:spcAft>
              <a:buSzPts val="1200"/>
              <a:buChar char="■"/>
              <a:defRPr/>
            </a:lvl3pPr>
            <a:lvl4pPr indent="-304800" lvl="3" marL="1828800">
              <a:lnSpc>
                <a:spcPct val="100000"/>
              </a:lnSpc>
              <a:spcBef>
                <a:spcPts val="0"/>
              </a:spcBef>
              <a:spcAft>
                <a:spcPts val="0"/>
              </a:spcAft>
              <a:buSzPts val="1200"/>
              <a:buChar char="●"/>
              <a:defRPr/>
            </a:lvl4pPr>
            <a:lvl5pPr indent="-304800" lvl="4" marL="2286000">
              <a:lnSpc>
                <a:spcPct val="100000"/>
              </a:lnSpc>
              <a:spcBef>
                <a:spcPts val="0"/>
              </a:spcBef>
              <a:spcAft>
                <a:spcPts val="0"/>
              </a:spcAft>
              <a:buSzPts val="1200"/>
              <a:buChar char="○"/>
              <a:defRPr/>
            </a:lvl5pPr>
            <a:lvl6pPr indent="-304800" lvl="5" marL="2743200">
              <a:lnSpc>
                <a:spcPct val="100000"/>
              </a:lnSpc>
              <a:spcBef>
                <a:spcPts val="0"/>
              </a:spcBef>
              <a:spcAft>
                <a:spcPts val="0"/>
              </a:spcAft>
              <a:buSzPts val="1200"/>
              <a:buChar char="■"/>
              <a:defRPr/>
            </a:lvl6pPr>
            <a:lvl7pPr indent="-304800" lvl="6" marL="3200400">
              <a:lnSpc>
                <a:spcPct val="100000"/>
              </a:lnSpc>
              <a:spcBef>
                <a:spcPts val="0"/>
              </a:spcBef>
              <a:spcAft>
                <a:spcPts val="0"/>
              </a:spcAft>
              <a:buSzPts val="1200"/>
              <a:buChar char="●"/>
              <a:defRPr/>
            </a:lvl7pPr>
            <a:lvl8pPr indent="-304800" lvl="7" marL="3657600">
              <a:lnSpc>
                <a:spcPct val="100000"/>
              </a:lnSpc>
              <a:spcBef>
                <a:spcPts val="0"/>
              </a:spcBef>
              <a:spcAft>
                <a:spcPts val="0"/>
              </a:spcAft>
              <a:buSzPts val="1200"/>
              <a:buChar char="○"/>
              <a:defRPr/>
            </a:lvl8pPr>
            <a:lvl9pPr indent="-304800" lvl="8" marL="4114800">
              <a:lnSpc>
                <a:spcPct val="100000"/>
              </a:lnSpc>
              <a:spcBef>
                <a:spcPts val="0"/>
              </a:spcBef>
              <a:spcAft>
                <a:spcPts val="0"/>
              </a:spcAft>
              <a:buSzPts val="12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2">
    <p:bg>
      <p:bgPr>
        <a:solidFill>
          <a:schemeClr val="accent1"/>
        </a:solidFill>
      </p:bgPr>
    </p:bg>
    <p:spTree>
      <p:nvGrpSpPr>
        <p:cNvPr id="19" name="Shape 19"/>
        <p:cNvGrpSpPr/>
        <p:nvPr/>
      </p:nvGrpSpPr>
      <p:grpSpPr>
        <a:xfrm>
          <a:off x="0" y="0"/>
          <a:ext cx="0" cy="0"/>
          <a:chOff x="0" y="0"/>
          <a:chExt cx="0" cy="0"/>
        </a:xfrm>
      </p:grpSpPr>
      <p:sp>
        <p:nvSpPr>
          <p:cNvPr id="20" name="Google Shape;20;p3"/>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21" name="Google Shape;21;p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22" name="Google Shape;22;p3"/>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24" name="Shape 24"/>
        <p:cNvGrpSpPr/>
        <p:nvPr/>
      </p:nvGrpSpPr>
      <p:grpSpPr>
        <a:xfrm>
          <a:off x="0" y="0"/>
          <a:ext cx="0" cy="0"/>
          <a:chOff x="0" y="0"/>
          <a:chExt cx="0" cy="0"/>
        </a:xfrm>
      </p:grpSpPr>
      <p:sp>
        <p:nvSpPr>
          <p:cNvPr id="25" name="Google Shape;25;p4"/>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26" name="Google Shape;26;p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1_1">
    <p:bg>
      <p:bgPr>
        <a:solidFill>
          <a:schemeClr val="lt1"/>
        </a:solidFill>
      </p:bgPr>
    </p:bg>
    <p:spTree>
      <p:nvGrpSpPr>
        <p:cNvPr id="29" name="Shape 29"/>
        <p:cNvGrpSpPr/>
        <p:nvPr/>
      </p:nvGrpSpPr>
      <p:grpSpPr>
        <a:xfrm>
          <a:off x="0" y="0"/>
          <a:ext cx="0" cy="0"/>
          <a:chOff x="0" y="0"/>
          <a:chExt cx="0" cy="0"/>
        </a:xfrm>
      </p:grpSpPr>
      <p:sp>
        <p:nvSpPr>
          <p:cNvPr id="30" name="Google Shape;30;p5"/>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cxnSp>
        <p:nvCxnSpPr>
          <p:cNvPr id="31" name="Google Shape;31;p5"/>
          <p:cNvCxnSpPr/>
          <p:nvPr/>
        </p:nvCxnSpPr>
        <p:spPr>
          <a:xfrm>
            <a:off x="283850" y="4683734"/>
            <a:ext cx="8573100" cy="0"/>
          </a:xfrm>
          <a:prstGeom prst="straightConnector1">
            <a:avLst/>
          </a:prstGeom>
          <a:noFill/>
          <a:ln cap="flat" cmpd="sng" w="9525">
            <a:solidFill>
              <a:schemeClr val="dk1"/>
            </a:solidFill>
            <a:prstDash val="solid"/>
            <a:round/>
            <a:headEnd len="med" w="med" type="none"/>
            <a:tailEnd len="med" w="med" type="none"/>
          </a:ln>
        </p:spPr>
      </p:cxnSp>
      <p:sp>
        <p:nvSpPr>
          <p:cNvPr id="32" name="Google Shape;32;p5"/>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4" name="Google Shape;34;p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
    <p:bg>
      <p:bgPr>
        <a:solidFill>
          <a:schemeClr val="lt1"/>
        </a:solidFill>
      </p:bgPr>
    </p:bg>
    <p:spTree>
      <p:nvGrpSpPr>
        <p:cNvPr id="35" name="Shape 35"/>
        <p:cNvGrpSpPr/>
        <p:nvPr/>
      </p:nvGrpSpPr>
      <p:grpSpPr>
        <a:xfrm>
          <a:off x="0" y="0"/>
          <a:ext cx="0" cy="0"/>
          <a:chOff x="0" y="0"/>
          <a:chExt cx="0" cy="0"/>
        </a:xfrm>
      </p:grpSpPr>
      <p:cxnSp>
        <p:nvCxnSpPr>
          <p:cNvPr id="36" name="Google Shape;36;p6"/>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
        <p:nvSpPr>
          <p:cNvPr id="37" name="Google Shape;37;p6"/>
          <p:cNvSpPr txBox="1"/>
          <p:nvPr>
            <p:ph type="title"/>
          </p:nvPr>
        </p:nvSpPr>
        <p:spPr>
          <a:xfrm>
            <a:off x="283850" y="230676"/>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38" name="Google Shape;38;p6"/>
          <p:cNvSpPr txBox="1"/>
          <p:nvPr>
            <p:ph idx="1" type="subTitle"/>
          </p:nvPr>
        </p:nvSpPr>
        <p:spPr>
          <a:xfrm>
            <a:off x="6214200" y="3602000"/>
            <a:ext cx="23865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39" name="Google Shape;39;p6"/>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6"/>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41" name="Google Shape;41;p6"/>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42" name="Google Shape;42;p6"/>
          <p:cNvSpPr/>
          <p:nvPr>
            <p:ph idx="4" type="pic"/>
          </p:nvPr>
        </p:nvSpPr>
        <p:spPr>
          <a:xfrm>
            <a:off x="4629750" y="3386700"/>
            <a:ext cx="1328400" cy="12909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3">
  <p:cSld name="BLANK_3_1">
    <p:bg>
      <p:bgPr>
        <a:solidFill>
          <a:schemeClr val="accent3"/>
        </a:solidFill>
      </p:bgPr>
    </p:bg>
    <p:spTree>
      <p:nvGrpSpPr>
        <p:cNvPr id="43" name="Shape 43"/>
        <p:cNvGrpSpPr/>
        <p:nvPr/>
      </p:nvGrpSpPr>
      <p:grpSpPr>
        <a:xfrm>
          <a:off x="0" y="0"/>
          <a:ext cx="0" cy="0"/>
          <a:chOff x="0" y="0"/>
          <a:chExt cx="0" cy="0"/>
        </a:xfrm>
      </p:grpSpPr>
      <p:sp>
        <p:nvSpPr>
          <p:cNvPr id="44" name="Google Shape;44;p7"/>
          <p:cNvSpPr/>
          <p:nvPr/>
        </p:nvSpPr>
        <p:spPr>
          <a:xfrm>
            <a:off x="3186050" y="288625"/>
            <a:ext cx="5670900" cy="292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45" name="Google Shape;45;p7"/>
          <p:cNvSpPr/>
          <p:nvPr/>
        </p:nvSpPr>
        <p:spPr>
          <a:xfrm>
            <a:off x="3499026" y="558338"/>
            <a:ext cx="5044948" cy="2389773"/>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46" name="Google Shape;46;p7"/>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47" name="Google Shape;47;p7"/>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nter"/>
              <a:buNone/>
              <a:defRPr sz="1200">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48" name="Google Shape;48;p7"/>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9" name="Google Shape;49;p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50" name="Google Shape;50;p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4">
  <p:cSld name="BLANK_3_1_1">
    <p:bg>
      <p:bgPr>
        <a:solidFill>
          <a:schemeClr val="accent1"/>
        </a:solidFill>
      </p:bgPr>
    </p:bg>
    <p:spTree>
      <p:nvGrpSpPr>
        <p:cNvPr id="51" name="Shape 51"/>
        <p:cNvGrpSpPr/>
        <p:nvPr/>
      </p:nvGrpSpPr>
      <p:grpSpPr>
        <a:xfrm>
          <a:off x="0" y="0"/>
          <a:ext cx="0" cy="0"/>
          <a:chOff x="0" y="0"/>
          <a:chExt cx="0" cy="0"/>
        </a:xfrm>
      </p:grpSpPr>
      <p:sp>
        <p:nvSpPr>
          <p:cNvPr id="52" name="Google Shape;52;p8"/>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53" name="Google Shape;53;p8"/>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54" name="Google Shape;54;p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8"/>
          <p:cNvSpPr/>
          <p:nvPr>
            <p:ph idx="4" type="pic"/>
          </p:nvPr>
        </p:nvSpPr>
        <p:spPr>
          <a:xfrm>
            <a:off x="3185700" y="291263"/>
            <a:ext cx="5671200" cy="43878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2">
    <p:bg>
      <p:bgPr>
        <a:solidFill>
          <a:schemeClr val="lt1"/>
        </a:solidFill>
      </p:bgPr>
    </p:bg>
    <p:spTree>
      <p:nvGrpSpPr>
        <p:cNvPr id="58" name="Shape 58"/>
        <p:cNvGrpSpPr/>
        <p:nvPr/>
      </p:nvGrpSpPr>
      <p:grpSpPr>
        <a:xfrm>
          <a:off x="0" y="0"/>
          <a:ext cx="0" cy="0"/>
          <a:chOff x="0" y="0"/>
          <a:chExt cx="0" cy="0"/>
        </a:xfrm>
      </p:grpSpPr>
      <p:sp>
        <p:nvSpPr>
          <p:cNvPr id="59" name="Google Shape;59;p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9"/>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61" name="Google Shape;61;p9"/>
          <p:cNvSpPr txBox="1"/>
          <p:nvPr>
            <p:ph idx="2"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5">
  <p:cSld name="BLANK_1_1_1_1_1_1_1_1_1_1_1_2_1">
    <p:bg>
      <p:bgPr>
        <a:solidFill>
          <a:schemeClr val="lt1"/>
        </a:solidFill>
      </p:bgPr>
    </p:bg>
    <p:spTree>
      <p:nvGrpSpPr>
        <p:cNvPr id="62" name="Shape 62"/>
        <p:cNvGrpSpPr/>
        <p:nvPr/>
      </p:nvGrpSpPr>
      <p:grpSpPr>
        <a:xfrm>
          <a:off x="0" y="0"/>
          <a:ext cx="0" cy="0"/>
          <a:chOff x="0" y="0"/>
          <a:chExt cx="0" cy="0"/>
        </a:xfrm>
      </p:grpSpPr>
      <p:sp>
        <p:nvSpPr>
          <p:cNvPr id="63" name="Google Shape;63;p10"/>
          <p:cNvSpPr txBox="1"/>
          <p:nvPr>
            <p:ph type="title"/>
          </p:nvPr>
        </p:nvSpPr>
        <p:spPr>
          <a:xfrm>
            <a:off x="283850" y="285900"/>
            <a:ext cx="4227600" cy="309300"/>
          </a:xfrm>
          <a:prstGeom prst="rect">
            <a:avLst/>
          </a:prstGeom>
        </p:spPr>
        <p:txBody>
          <a:bodyPr anchorCtr="0" anchor="t" bIns="0" lIns="0" spcFirstLastPara="1" rIns="0" wrap="square" tIns="0">
            <a:spAutoFit/>
          </a:bodyPr>
          <a:lstStyle>
            <a:lvl1pPr lvl="0">
              <a:lnSpc>
                <a:spcPct val="70000"/>
              </a:lnSpc>
              <a:spcBef>
                <a:spcPts val="0"/>
              </a:spcBef>
              <a:spcAft>
                <a:spcPts val="0"/>
              </a:spcAft>
              <a:buNone/>
              <a:defRPr sz="1800">
                <a:solidFill>
                  <a:schemeClr val="dk1"/>
                </a:solidFill>
              </a:defRPr>
            </a:lvl1pPr>
            <a:lvl2pPr lvl="1">
              <a:lnSpc>
                <a:spcPct val="70000"/>
              </a:lnSpc>
              <a:spcBef>
                <a:spcPts val="0"/>
              </a:spcBef>
              <a:spcAft>
                <a:spcPts val="0"/>
              </a:spcAft>
              <a:buNone/>
              <a:defRPr sz="1800">
                <a:solidFill>
                  <a:schemeClr val="dk1"/>
                </a:solidFill>
              </a:defRPr>
            </a:lvl2pPr>
            <a:lvl3pPr lvl="2">
              <a:lnSpc>
                <a:spcPct val="70000"/>
              </a:lnSpc>
              <a:spcBef>
                <a:spcPts val="0"/>
              </a:spcBef>
              <a:spcAft>
                <a:spcPts val="0"/>
              </a:spcAft>
              <a:buNone/>
              <a:defRPr sz="1800">
                <a:solidFill>
                  <a:schemeClr val="dk1"/>
                </a:solidFill>
              </a:defRPr>
            </a:lvl3pPr>
            <a:lvl4pPr lvl="3">
              <a:lnSpc>
                <a:spcPct val="70000"/>
              </a:lnSpc>
              <a:spcBef>
                <a:spcPts val="0"/>
              </a:spcBef>
              <a:spcAft>
                <a:spcPts val="0"/>
              </a:spcAft>
              <a:buNone/>
              <a:defRPr sz="1800">
                <a:solidFill>
                  <a:schemeClr val="dk1"/>
                </a:solidFill>
              </a:defRPr>
            </a:lvl4pPr>
            <a:lvl5pPr lvl="4">
              <a:lnSpc>
                <a:spcPct val="70000"/>
              </a:lnSpc>
              <a:spcBef>
                <a:spcPts val="0"/>
              </a:spcBef>
              <a:spcAft>
                <a:spcPts val="0"/>
              </a:spcAft>
              <a:buNone/>
              <a:defRPr sz="1800">
                <a:solidFill>
                  <a:schemeClr val="dk1"/>
                </a:solidFill>
              </a:defRPr>
            </a:lvl5pPr>
            <a:lvl6pPr lvl="5">
              <a:lnSpc>
                <a:spcPct val="70000"/>
              </a:lnSpc>
              <a:spcBef>
                <a:spcPts val="0"/>
              </a:spcBef>
              <a:spcAft>
                <a:spcPts val="0"/>
              </a:spcAft>
              <a:buNone/>
              <a:defRPr sz="1800">
                <a:solidFill>
                  <a:schemeClr val="dk1"/>
                </a:solidFill>
              </a:defRPr>
            </a:lvl6pPr>
            <a:lvl7pPr lvl="6">
              <a:lnSpc>
                <a:spcPct val="70000"/>
              </a:lnSpc>
              <a:spcBef>
                <a:spcPts val="0"/>
              </a:spcBef>
              <a:spcAft>
                <a:spcPts val="0"/>
              </a:spcAft>
              <a:buNone/>
              <a:defRPr sz="1800">
                <a:solidFill>
                  <a:schemeClr val="dk1"/>
                </a:solidFill>
              </a:defRPr>
            </a:lvl7pPr>
            <a:lvl8pPr lvl="7">
              <a:lnSpc>
                <a:spcPct val="70000"/>
              </a:lnSpc>
              <a:spcBef>
                <a:spcPts val="0"/>
              </a:spcBef>
              <a:spcAft>
                <a:spcPts val="0"/>
              </a:spcAft>
              <a:buNone/>
              <a:defRPr sz="1800">
                <a:solidFill>
                  <a:schemeClr val="dk1"/>
                </a:solidFill>
              </a:defRPr>
            </a:lvl8pPr>
            <a:lvl9pPr lvl="8">
              <a:lnSpc>
                <a:spcPct val="70000"/>
              </a:lnSpc>
              <a:spcBef>
                <a:spcPts val="0"/>
              </a:spcBef>
              <a:spcAft>
                <a:spcPts val="0"/>
              </a:spcAft>
              <a:buNone/>
              <a:defRPr sz="1800">
                <a:solidFill>
                  <a:schemeClr val="dk1"/>
                </a:solidFill>
              </a:defRPr>
            </a:lvl9pPr>
          </a:lstStyle>
          <a:p/>
        </p:txBody>
      </p:sp>
      <p:sp>
        <p:nvSpPr>
          <p:cNvPr id="64" name="Google Shape;64;p10"/>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0"/>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6" name="Google Shape;66;p10"/>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7" name="Google Shape;67;p10"/>
          <p:cNvSpPr txBox="1"/>
          <p:nvPr>
            <p:ph idx="1" type="subTitle"/>
          </p:nvPr>
        </p:nvSpPr>
        <p:spPr>
          <a:xfrm>
            <a:off x="1125100" y="23454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68" name="Google Shape;68;p10"/>
          <p:cNvSpPr txBox="1"/>
          <p:nvPr>
            <p:ph idx="4" type="subTitle"/>
          </p:nvPr>
        </p:nvSpPr>
        <p:spPr>
          <a:xfrm flipH="1">
            <a:off x="6801950" y="23454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69" name="Google Shape;69;p10"/>
          <p:cNvSpPr txBox="1"/>
          <p:nvPr>
            <p:ph idx="5" type="subTitle"/>
          </p:nvPr>
        </p:nvSpPr>
        <p:spPr>
          <a:xfrm>
            <a:off x="1125100" y="15556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0" name="Google Shape;70;p10"/>
          <p:cNvSpPr txBox="1"/>
          <p:nvPr>
            <p:ph idx="6" type="subTitle"/>
          </p:nvPr>
        </p:nvSpPr>
        <p:spPr>
          <a:xfrm flipH="1">
            <a:off x="6801950" y="15556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71" name="Google Shape;71;p10"/>
          <p:cNvSpPr txBox="1"/>
          <p:nvPr>
            <p:ph idx="7" type="subTitle"/>
          </p:nvPr>
        </p:nvSpPr>
        <p:spPr>
          <a:xfrm>
            <a:off x="1125100" y="312316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2" name="Google Shape;72;p10"/>
          <p:cNvSpPr txBox="1"/>
          <p:nvPr>
            <p:ph idx="8" type="subTitle"/>
          </p:nvPr>
        </p:nvSpPr>
        <p:spPr>
          <a:xfrm flipH="1">
            <a:off x="6801950" y="312316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73" name="Google Shape;73;p10"/>
          <p:cNvSpPr txBox="1"/>
          <p:nvPr>
            <p:ph idx="9" type="subTitle"/>
          </p:nvPr>
        </p:nvSpPr>
        <p:spPr>
          <a:xfrm>
            <a:off x="1125100" y="390291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4" name="Google Shape;74;p10"/>
          <p:cNvSpPr txBox="1"/>
          <p:nvPr>
            <p:ph idx="13" type="subTitle"/>
          </p:nvPr>
        </p:nvSpPr>
        <p:spPr>
          <a:xfrm flipH="1">
            <a:off x="6801950" y="390291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CUSTOM_1">
    <p:bg>
      <p:bgPr>
        <a:solidFill>
          <a:schemeClr val="lt1"/>
        </a:solidFill>
      </p:bgPr>
    </p:bg>
    <p:spTree>
      <p:nvGrpSpPr>
        <p:cNvPr id="75" name="Shape 75"/>
        <p:cNvGrpSpPr/>
        <p:nvPr/>
      </p:nvGrpSpPr>
      <p:grpSpPr>
        <a:xfrm>
          <a:off x="0" y="0"/>
          <a:ext cx="0" cy="0"/>
          <a:chOff x="0" y="0"/>
          <a:chExt cx="0" cy="0"/>
        </a:xfrm>
      </p:grpSpPr>
      <p:sp>
        <p:nvSpPr>
          <p:cNvPr id="76" name="Google Shape;76;p11"/>
          <p:cNvSpPr/>
          <p:nvPr>
            <p:ph idx="2" type="pic"/>
          </p:nvPr>
        </p:nvSpPr>
        <p:spPr>
          <a:xfrm>
            <a:off x="283850" y="2178075"/>
            <a:ext cx="4227600" cy="2505600"/>
          </a:xfrm>
          <a:prstGeom prst="rect">
            <a:avLst/>
          </a:prstGeom>
          <a:noFill/>
          <a:ln>
            <a:noFill/>
          </a:ln>
        </p:spPr>
      </p:sp>
      <p:sp>
        <p:nvSpPr>
          <p:cNvPr id="77" name="Google Shape;77;p1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1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9" name="Google Shape;79;p11"/>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0" name="Google Shape;80;p11"/>
          <p:cNvSpPr txBox="1"/>
          <p:nvPr>
            <p:ph idx="4"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81" name="Google Shape;81;p11"/>
          <p:cNvSpPr txBox="1"/>
          <p:nvPr>
            <p:ph idx="1" type="body"/>
          </p:nvPr>
        </p:nvSpPr>
        <p:spPr>
          <a:xfrm>
            <a:off x="4629300" y="2636275"/>
            <a:ext cx="42276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82" name="Google Shape;82;p11"/>
          <p:cNvSpPr/>
          <p:nvPr/>
        </p:nvSpPr>
        <p:spPr>
          <a:xfrm rot="10800000">
            <a:off x="8020323" y="286810"/>
            <a:ext cx="836528" cy="83636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3">
    <p:bg>
      <p:bgPr>
        <a:solidFill>
          <a:schemeClr val="lt1"/>
        </a:solidFill>
      </p:bgPr>
    </p:bg>
    <p:spTree>
      <p:nvGrpSpPr>
        <p:cNvPr id="83" name="Shape 83"/>
        <p:cNvGrpSpPr/>
        <p:nvPr/>
      </p:nvGrpSpPr>
      <p:grpSpPr>
        <a:xfrm>
          <a:off x="0" y="0"/>
          <a:ext cx="0" cy="0"/>
          <a:chOff x="0" y="0"/>
          <a:chExt cx="0" cy="0"/>
        </a:xfrm>
      </p:grpSpPr>
      <p:sp>
        <p:nvSpPr>
          <p:cNvPr id="84" name="Google Shape;84;p12"/>
          <p:cNvSpPr/>
          <p:nvPr>
            <p:ph idx="2" type="pic"/>
          </p:nvPr>
        </p:nvSpPr>
        <p:spPr>
          <a:xfrm>
            <a:off x="4629750" y="0"/>
            <a:ext cx="4227000" cy="4683600"/>
          </a:xfrm>
          <a:prstGeom prst="roundRect">
            <a:avLst>
              <a:gd fmla="val 0" name="adj"/>
            </a:avLst>
          </a:prstGeom>
          <a:noFill/>
          <a:ln>
            <a:noFill/>
          </a:ln>
        </p:spPr>
      </p:sp>
      <p:sp>
        <p:nvSpPr>
          <p:cNvPr id="85" name="Google Shape;85;p1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86" name="Google Shape;86;p12"/>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87" name="Google Shape;87;p12"/>
          <p:cNvSpPr txBox="1"/>
          <p:nvPr>
            <p:ph idx="1" type="body"/>
          </p:nvPr>
        </p:nvSpPr>
        <p:spPr>
          <a:xfrm>
            <a:off x="763175" y="2599225"/>
            <a:ext cx="37488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88" name="Google Shape;88;p12"/>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9" name="Google Shape;89;p12"/>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5">
  <p:cSld name="BLANK_1_1_1_1_1_1_1_1_1_1_1_1_3_1_1">
    <p:bg>
      <p:bgPr>
        <a:solidFill>
          <a:schemeClr val="lt1"/>
        </a:solidFill>
      </p:bgPr>
    </p:bg>
    <p:spTree>
      <p:nvGrpSpPr>
        <p:cNvPr id="90" name="Shape 90"/>
        <p:cNvGrpSpPr/>
        <p:nvPr/>
      </p:nvGrpSpPr>
      <p:grpSpPr>
        <a:xfrm>
          <a:off x="0" y="0"/>
          <a:ext cx="0" cy="0"/>
          <a:chOff x="0" y="0"/>
          <a:chExt cx="0" cy="0"/>
        </a:xfrm>
      </p:grpSpPr>
      <p:sp>
        <p:nvSpPr>
          <p:cNvPr id="91" name="Google Shape;91;p13"/>
          <p:cNvSpPr/>
          <p:nvPr>
            <p:ph idx="2" type="pic"/>
          </p:nvPr>
        </p:nvSpPr>
        <p:spPr>
          <a:xfrm>
            <a:off x="270275" y="3132475"/>
            <a:ext cx="2770500" cy="1551000"/>
          </a:xfrm>
          <a:prstGeom prst="roundRect">
            <a:avLst>
              <a:gd fmla="val 0" name="adj"/>
            </a:avLst>
          </a:prstGeom>
          <a:noFill/>
          <a:ln>
            <a:noFill/>
          </a:ln>
        </p:spPr>
      </p:sp>
      <p:sp>
        <p:nvSpPr>
          <p:cNvPr id="92" name="Google Shape;92;p13"/>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3"/>
          <p:cNvSpPr txBox="1"/>
          <p:nvPr>
            <p:ph type="title"/>
          </p:nvPr>
        </p:nvSpPr>
        <p:spPr>
          <a:xfrm>
            <a:off x="283850" y="285900"/>
            <a:ext cx="6400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94" name="Google Shape;94;p13"/>
          <p:cNvSpPr txBox="1"/>
          <p:nvPr>
            <p:ph idx="1" type="body"/>
          </p:nvPr>
        </p:nvSpPr>
        <p:spPr>
          <a:xfrm>
            <a:off x="6086325" y="2599225"/>
            <a:ext cx="27705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95" name="Google Shape;95;p13"/>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6" name="Google Shape;96;p13"/>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7" name="Google Shape;97;p13"/>
          <p:cNvSpPr txBox="1"/>
          <p:nvPr>
            <p:ph idx="5" type="body"/>
          </p:nvPr>
        </p:nvSpPr>
        <p:spPr>
          <a:xfrm>
            <a:off x="3185700" y="2599225"/>
            <a:ext cx="2770500" cy="2084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7">
  <p:cSld name="BLANK_1_1_1_1_1_1_1_1_1_1_1_1_2_1">
    <p:bg>
      <p:bgPr>
        <a:solidFill>
          <a:schemeClr val="lt1"/>
        </a:solidFill>
      </p:bgPr>
    </p:bg>
    <p:spTree>
      <p:nvGrpSpPr>
        <p:cNvPr id="98" name="Shape 98"/>
        <p:cNvGrpSpPr/>
        <p:nvPr/>
      </p:nvGrpSpPr>
      <p:grpSpPr>
        <a:xfrm>
          <a:off x="0" y="0"/>
          <a:ext cx="0" cy="0"/>
          <a:chOff x="0" y="0"/>
          <a:chExt cx="0" cy="0"/>
        </a:xfrm>
      </p:grpSpPr>
      <p:sp>
        <p:nvSpPr>
          <p:cNvPr id="99" name="Google Shape;99;p14"/>
          <p:cNvSpPr txBox="1"/>
          <p:nvPr>
            <p:ph type="title"/>
          </p:nvPr>
        </p:nvSpPr>
        <p:spPr>
          <a:xfrm>
            <a:off x="4782150" y="285900"/>
            <a:ext cx="40749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00" name="Google Shape;100;p14"/>
          <p:cNvSpPr txBox="1"/>
          <p:nvPr>
            <p:ph idx="1" type="body"/>
          </p:nvPr>
        </p:nvSpPr>
        <p:spPr>
          <a:xfrm>
            <a:off x="6086325" y="2636275"/>
            <a:ext cx="2770800" cy="2047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01" name="Google Shape;101;p14"/>
          <p:cNvSpPr txBox="1"/>
          <p:nvPr>
            <p:ph idx="2" type="body"/>
          </p:nvPr>
        </p:nvSpPr>
        <p:spPr>
          <a:xfrm>
            <a:off x="4782375" y="2636275"/>
            <a:ext cx="11757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02" name="Google Shape;102;p14"/>
          <p:cNvSpPr/>
          <p:nvPr>
            <p:ph idx="3" type="pic"/>
          </p:nvPr>
        </p:nvSpPr>
        <p:spPr>
          <a:xfrm>
            <a:off x="283850" y="0"/>
            <a:ext cx="4227000" cy="4683600"/>
          </a:xfrm>
          <a:prstGeom prst="roundRect">
            <a:avLst>
              <a:gd fmla="val 0" name="adj"/>
            </a:avLst>
          </a:prstGeom>
          <a:noFill/>
          <a:ln>
            <a:noFill/>
          </a:ln>
        </p:spPr>
      </p:sp>
      <p:sp>
        <p:nvSpPr>
          <p:cNvPr id="103" name="Google Shape;103;p14"/>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14"/>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5" name="Google Shape;105;p14"/>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3_1_2">
    <p:bg>
      <p:bgPr>
        <a:solidFill>
          <a:schemeClr val="lt1"/>
        </a:solidFill>
      </p:bgPr>
    </p:bg>
    <p:spTree>
      <p:nvGrpSpPr>
        <p:cNvPr id="106" name="Shape 106"/>
        <p:cNvGrpSpPr/>
        <p:nvPr/>
      </p:nvGrpSpPr>
      <p:grpSpPr>
        <a:xfrm>
          <a:off x="0" y="0"/>
          <a:ext cx="0" cy="0"/>
          <a:chOff x="0" y="0"/>
          <a:chExt cx="0" cy="0"/>
        </a:xfrm>
      </p:grpSpPr>
      <p:sp>
        <p:nvSpPr>
          <p:cNvPr id="107" name="Google Shape;107;p1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15"/>
          <p:cNvSpPr txBox="1"/>
          <p:nvPr>
            <p:ph type="title"/>
          </p:nvPr>
        </p:nvSpPr>
        <p:spPr>
          <a:xfrm>
            <a:off x="283850" y="285900"/>
            <a:ext cx="4227300" cy="7515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09" name="Google Shape;109;p1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0" name="Google Shape;110;p1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1" name="Google Shape;111;p15"/>
          <p:cNvSpPr txBox="1"/>
          <p:nvPr>
            <p:ph idx="1" type="body"/>
          </p:nvPr>
        </p:nvSpPr>
        <p:spPr>
          <a:xfrm>
            <a:off x="4632000" y="285900"/>
            <a:ext cx="4227300" cy="11547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12" name="Google Shape;112;p15"/>
          <p:cNvSpPr txBox="1"/>
          <p:nvPr>
            <p:ph idx="4" type="subTitle"/>
          </p:nvPr>
        </p:nvSpPr>
        <p:spPr>
          <a:xfrm>
            <a:off x="28862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3" name="Google Shape;113;p15"/>
          <p:cNvSpPr txBox="1"/>
          <p:nvPr>
            <p:ph idx="5" type="body"/>
          </p:nvPr>
        </p:nvSpPr>
        <p:spPr>
          <a:xfrm>
            <a:off x="288625" y="2891825"/>
            <a:ext cx="2050800" cy="1507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0"/>
              </a:spcBef>
              <a:spcAft>
                <a:spcPts val="0"/>
              </a:spcAft>
              <a:buClr>
                <a:schemeClr val="dk1"/>
              </a:buClr>
              <a:buSzPts val="1000"/>
              <a:buChar char="○"/>
              <a:defRPr sz="1000">
                <a:solidFill>
                  <a:schemeClr val="dk1"/>
                </a:solidFill>
              </a:defRPr>
            </a:lvl2pPr>
            <a:lvl3pPr indent="-292100" lvl="2" marL="1371600">
              <a:spcBef>
                <a:spcPts val="0"/>
              </a:spcBef>
              <a:spcAft>
                <a:spcPts val="0"/>
              </a:spcAft>
              <a:buClr>
                <a:schemeClr val="dk1"/>
              </a:buClr>
              <a:buSzPts val="1000"/>
              <a:buChar char="■"/>
              <a:defRPr sz="1000">
                <a:solidFill>
                  <a:schemeClr val="dk1"/>
                </a:solidFill>
              </a:defRPr>
            </a:lvl3pPr>
            <a:lvl4pPr indent="-292100" lvl="3" marL="1828800">
              <a:spcBef>
                <a:spcPts val="0"/>
              </a:spcBef>
              <a:spcAft>
                <a:spcPts val="0"/>
              </a:spcAft>
              <a:buClr>
                <a:schemeClr val="dk1"/>
              </a:buClr>
              <a:buSzPts val="1000"/>
              <a:buChar char="●"/>
              <a:defRPr sz="1000">
                <a:solidFill>
                  <a:schemeClr val="dk1"/>
                </a:solidFill>
              </a:defRPr>
            </a:lvl4pPr>
            <a:lvl5pPr indent="-292100" lvl="4" marL="2286000">
              <a:spcBef>
                <a:spcPts val="0"/>
              </a:spcBef>
              <a:spcAft>
                <a:spcPts val="0"/>
              </a:spcAft>
              <a:buClr>
                <a:schemeClr val="dk1"/>
              </a:buClr>
              <a:buSzPts val="1000"/>
              <a:buChar char="○"/>
              <a:defRPr sz="1000">
                <a:solidFill>
                  <a:schemeClr val="dk1"/>
                </a:solidFill>
              </a:defRPr>
            </a:lvl5pPr>
            <a:lvl6pPr indent="-292100" lvl="5" marL="2743200">
              <a:spcBef>
                <a:spcPts val="0"/>
              </a:spcBef>
              <a:spcAft>
                <a:spcPts val="0"/>
              </a:spcAft>
              <a:buClr>
                <a:schemeClr val="dk1"/>
              </a:buClr>
              <a:buSzPts val="1000"/>
              <a:buChar char="■"/>
              <a:defRPr sz="1000">
                <a:solidFill>
                  <a:schemeClr val="dk1"/>
                </a:solidFill>
              </a:defRPr>
            </a:lvl6pPr>
            <a:lvl7pPr indent="-292100" lvl="6" marL="3200400">
              <a:spcBef>
                <a:spcPts val="0"/>
              </a:spcBef>
              <a:spcAft>
                <a:spcPts val="0"/>
              </a:spcAft>
              <a:buClr>
                <a:schemeClr val="dk1"/>
              </a:buClr>
              <a:buSzPts val="1000"/>
              <a:buChar char="●"/>
              <a:defRPr sz="1000">
                <a:solidFill>
                  <a:schemeClr val="dk1"/>
                </a:solidFill>
              </a:defRPr>
            </a:lvl7pPr>
            <a:lvl8pPr indent="-292100" lvl="7" marL="3657600">
              <a:spcBef>
                <a:spcPts val="0"/>
              </a:spcBef>
              <a:spcAft>
                <a:spcPts val="0"/>
              </a:spcAft>
              <a:buClr>
                <a:schemeClr val="dk1"/>
              </a:buClr>
              <a:buSzPts val="1000"/>
              <a:buChar char="○"/>
              <a:defRPr sz="1000">
                <a:solidFill>
                  <a:schemeClr val="dk1"/>
                </a:solidFill>
              </a:defRPr>
            </a:lvl8pPr>
            <a:lvl9pPr indent="-292100" lvl="8" marL="4114800">
              <a:spcBef>
                <a:spcPts val="0"/>
              </a:spcBef>
              <a:spcAft>
                <a:spcPts val="0"/>
              </a:spcAft>
              <a:buClr>
                <a:schemeClr val="dk1"/>
              </a:buClr>
              <a:buSzPts val="1000"/>
              <a:buChar char="■"/>
              <a:defRPr sz="1000">
                <a:solidFill>
                  <a:schemeClr val="dk1"/>
                </a:solidFill>
              </a:defRPr>
            </a:lvl9pPr>
          </a:lstStyle>
          <a:p/>
        </p:txBody>
      </p:sp>
      <p:sp>
        <p:nvSpPr>
          <p:cNvPr id="114" name="Google Shape;114;p15"/>
          <p:cNvSpPr txBox="1"/>
          <p:nvPr>
            <p:ph idx="6" type="subTitle"/>
          </p:nvPr>
        </p:nvSpPr>
        <p:spPr>
          <a:xfrm>
            <a:off x="245670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5" name="Google Shape;115;p15"/>
          <p:cNvSpPr txBox="1"/>
          <p:nvPr>
            <p:ph idx="7" type="body"/>
          </p:nvPr>
        </p:nvSpPr>
        <p:spPr>
          <a:xfrm>
            <a:off x="245670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16" name="Google Shape;116;p15"/>
          <p:cNvSpPr txBox="1"/>
          <p:nvPr>
            <p:ph idx="8" type="subTitle"/>
          </p:nvPr>
        </p:nvSpPr>
        <p:spPr>
          <a:xfrm>
            <a:off x="462937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7" name="Google Shape;117;p15"/>
          <p:cNvSpPr txBox="1"/>
          <p:nvPr>
            <p:ph idx="9" type="body"/>
          </p:nvPr>
        </p:nvSpPr>
        <p:spPr>
          <a:xfrm>
            <a:off x="4629375"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18" name="Google Shape;118;p15"/>
          <p:cNvSpPr txBox="1"/>
          <p:nvPr>
            <p:ph idx="13" type="subTitle"/>
          </p:nvPr>
        </p:nvSpPr>
        <p:spPr>
          <a:xfrm>
            <a:off x="680205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9" name="Google Shape;119;p15"/>
          <p:cNvSpPr txBox="1"/>
          <p:nvPr>
            <p:ph idx="14" type="body"/>
          </p:nvPr>
        </p:nvSpPr>
        <p:spPr>
          <a:xfrm>
            <a:off x="680205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5">
  <p:cSld name="BLANK_1_1_1_1_1_1_1_1_1_1_1_1_1_2_1_2_1">
    <p:bg>
      <p:bgPr>
        <a:solidFill>
          <a:schemeClr val="lt1"/>
        </a:solidFill>
      </p:bgPr>
    </p:bg>
    <p:spTree>
      <p:nvGrpSpPr>
        <p:cNvPr id="120" name="Shape 120"/>
        <p:cNvGrpSpPr/>
        <p:nvPr/>
      </p:nvGrpSpPr>
      <p:grpSpPr>
        <a:xfrm>
          <a:off x="0" y="0"/>
          <a:ext cx="0" cy="0"/>
          <a:chOff x="0" y="0"/>
          <a:chExt cx="0" cy="0"/>
        </a:xfrm>
      </p:grpSpPr>
      <p:sp>
        <p:nvSpPr>
          <p:cNvPr id="121" name="Google Shape;121;p16"/>
          <p:cNvSpPr txBox="1"/>
          <p:nvPr>
            <p:ph idx="1" type="subTitle"/>
          </p:nvPr>
        </p:nvSpPr>
        <p:spPr>
          <a:xfrm>
            <a:off x="288625" y="2636275"/>
            <a:ext cx="1005000" cy="972000"/>
          </a:xfrm>
          <a:prstGeom prst="rect">
            <a:avLst/>
          </a:prstGeom>
        </p:spPr>
        <p:txBody>
          <a:bodyPr anchorCtr="0" anchor="t"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2" name="Google Shape;122;p16"/>
          <p:cNvSpPr txBox="1"/>
          <p:nvPr>
            <p:ph idx="2" type="subTitle"/>
          </p:nvPr>
        </p:nvSpPr>
        <p:spPr>
          <a:xfrm>
            <a:off x="288625"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3" name="Google Shape;123;p16"/>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4" name="Google Shape;124;p16"/>
          <p:cNvSpPr txBox="1"/>
          <p:nvPr>
            <p:ph idx="4" type="body"/>
          </p:nvPr>
        </p:nvSpPr>
        <p:spPr>
          <a:xfrm>
            <a:off x="6091950" y="2635425"/>
            <a:ext cx="2764800" cy="9720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
        <p:nvSpPr>
          <p:cNvPr id="125" name="Google Shape;125;p16"/>
          <p:cNvSpPr txBox="1"/>
          <p:nvPr>
            <p:ph idx="5"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6" name="Google Shape;126;p16"/>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16"/>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28" name="Google Shape;128;p16"/>
          <p:cNvSpPr txBox="1"/>
          <p:nvPr>
            <p:ph idx="6"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9" name="Google Shape;129;p16"/>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0" name="Google Shape;130;p16"/>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1" name="Google Shape;131;p16"/>
          <p:cNvSpPr txBox="1"/>
          <p:nvPr>
            <p:ph idx="9" type="subTitle"/>
          </p:nvPr>
        </p:nvSpPr>
        <p:spPr>
          <a:xfrm>
            <a:off x="1648600" y="2636275"/>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4"/>
              </a:buClr>
              <a:buSzPts val="3600"/>
              <a:buFont typeface="Inter"/>
              <a:buNone/>
              <a:defRPr sz="3600">
                <a:solidFill>
                  <a:schemeClr val="accent4"/>
                </a:solidFill>
              </a:defRPr>
            </a:lvl1pPr>
            <a:lvl2pPr lvl="1">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2pPr>
            <a:lvl3pPr lvl="2">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3pPr>
            <a:lvl4pPr lvl="3">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4pPr>
            <a:lvl5pPr lvl="4">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5pPr>
            <a:lvl6pPr lvl="5">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6pPr>
            <a:lvl7pPr lvl="6">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7pPr>
            <a:lvl8pPr lvl="7">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8pPr>
            <a:lvl9pPr lvl="8">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9pPr>
          </a:lstStyle>
          <a:p/>
        </p:txBody>
      </p:sp>
      <p:sp>
        <p:nvSpPr>
          <p:cNvPr id="132" name="Google Shape;132;p16"/>
          <p:cNvSpPr txBox="1"/>
          <p:nvPr>
            <p:ph idx="13" type="subTitle"/>
          </p:nvPr>
        </p:nvSpPr>
        <p:spPr>
          <a:xfrm>
            <a:off x="1648600" y="1552438"/>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1"/>
              </a:buClr>
              <a:buSzPts val="3600"/>
              <a:buFont typeface="Inter"/>
              <a:buNone/>
              <a:defRPr sz="3600">
                <a:solidFill>
                  <a:schemeClr val="accent1"/>
                </a:solidFill>
              </a:defRPr>
            </a:lvl1pPr>
            <a:lvl2pPr lvl="1">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2pPr>
            <a:lvl3pPr lvl="2">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3pPr>
            <a:lvl4pPr lvl="3">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4pPr>
            <a:lvl5pPr lvl="4">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5pPr>
            <a:lvl6pPr lvl="5">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6pPr>
            <a:lvl7pPr lvl="6">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7pPr>
            <a:lvl8pPr lvl="7">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8pPr>
            <a:lvl9pPr lvl="8">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9pPr>
          </a:lstStyle>
          <a:p/>
        </p:txBody>
      </p:sp>
      <p:sp>
        <p:nvSpPr>
          <p:cNvPr id="133" name="Google Shape;133;p16"/>
          <p:cNvSpPr txBox="1"/>
          <p:nvPr>
            <p:ph idx="14" type="subTitle"/>
          </p:nvPr>
        </p:nvSpPr>
        <p:spPr>
          <a:xfrm>
            <a:off x="1648600" y="3707613"/>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5"/>
              </a:buClr>
              <a:buSzPts val="3600"/>
              <a:buFont typeface="Inter"/>
              <a:buNone/>
              <a:defRPr sz="3600">
                <a:solidFill>
                  <a:schemeClr val="accent5"/>
                </a:solidFill>
              </a:defRPr>
            </a:lvl1pPr>
            <a:lvl2pPr lvl="1">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2pPr>
            <a:lvl3pPr lvl="2">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3pPr>
            <a:lvl4pPr lvl="3">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4pPr>
            <a:lvl5pPr lvl="4">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5pPr>
            <a:lvl6pPr lvl="5">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6pPr>
            <a:lvl7pPr lvl="6">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7pPr>
            <a:lvl8pPr lvl="7">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8pPr>
            <a:lvl9pPr lvl="8">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6">
  <p:cSld name="BLANK_1_1_1_1_1_1_1_1_1_1_1_1_1_2_1_2_1_1">
    <p:bg>
      <p:bgPr>
        <a:solidFill>
          <a:schemeClr val="lt1"/>
        </a:solidFill>
      </p:bgPr>
    </p:bg>
    <p:spTree>
      <p:nvGrpSpPr>
        <p:cNvPr id="134" name="Shape 134"/>
        <p:cNvGrpSpPr/>
        <p:nvPr/>
      </p:nvGrpSpPr>
      <p:grpSpPr>
        <a:xfrm>
          <a:off x="0" y="0"/>
          <a:ext cx="0" cy="0"/>
          <a:chOff x="0" y="0"/>
          <a:chExt cx="0" cy="0"/>
        </a:xfrm>
      </p:grpSpPr>
      <p:sp>
        <p:nvSpPr>
          <p:cNvPr id="135" name="Google Shape;135;p17"/>
          <p:cNvSpPr txBox="1"/>
          <p:nvPr>
            <p:ph idx="1" type="subTitle"/>
          </p:nvPr>
        </p:nvSpPr>
        <p:spPr>
          <a:xfrm>
            <a:off x="3185700"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6" name="Google Shape;136;p17"/>
          <p:cNvSpPr txBox="1"/>
          <p:nvPr>
            <p:ph idx="2" type="subTitle"/>
          </p:nvPr>
        </p:nvSpPr>
        <p:spPr>
          <a:xfrm>
            <a:off x="1736388" y="26362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7" name="Google Shape;137;p17"/>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8" name="Google Shape;138;p17"/>
          <p:cNvSpPr txBox="1"/>
          <p:nvPr>
            <p:ph idx="4" type="body"/>
          </p:nvPr>
        </p:nvSpPr>
        <p:spPr>
          <a:xfrm>
            <a:off x="3187500" y="2635425"/>
            <a:ext cx="4227000" cy="972000"/>
          </a:xfrm>
          <a:prstGeom prst="rect">
            <a:avLst/>
          </a:prstGeom>
        </p:spPr>
        <p:txBody>
          <a:bodyPr anchorCtr="0" anchor="ctr" bIns="0" lIns="0" spcFirstLastPara="1" rIns="0" wrap="square" tIns="0">
            <a:noAutofit/>
          </a:bodyPr>
          <a:lstStyle>
            <a:lvl1pPr indent="-304800" lvl="0" marL="457200">
              <a:lnSpc>
                <a:spcPct val="100000"/>
              </a:lnSpc>
              <a:spcBef>
                <a:spcPts val="0"/>
              </a:spcBef>
              <a:spcAft>
                <a:spcPts val="0"/>
              </a:spcAft>
              <a:buClr>
                <a:schemeClr val="dk1"/>
              </a:buClr>
              <a:buSzPts val="1200"/>
              <a:buFont typeface="Inter"/>
              <a:buChar char="●"/>
              <a:defRPr>
                <a:solidFill>
                  <a:schemeClr val="dk1"/>
                </a:solidFill>
              </a:defRPr>
            </a:lvl1pPr>
            <a:lvl2pPr indent="-304800" lvl="1" marL="914400">
              <a:lnSpc>
                <a:spcPct val="100000"/>
              </a:lnSpc>
              <a:spcBef>
                <a:spcPts val="0"/>
              </a:spcBef>
              <a:spcAft>
                <a:spcPts val="0"/>
              </a:spcAft>
              <a:buClr>
                <a:schemeClr val="dk1"/>
              </a:buClr>
              <a:buSzPts val="1200"/>
              <a:buFont typeface="Inter"/>
              <a:buChar char="○"/>
              <a:defRPr>
                <a:solidFill>
                  <a:schemeClr val="dk1"/>
                </a:solidFill>
              </a:defRPr>
            </a:lvl2pPr>
            <a:lvl3pPr indent="-304800" lvl="2" marL="1371600">
              <a:lnSpc>
                <a:spcPct val="100000"/>
              </a:lnSpc>
              <a:spcBef>
                <a:spcPts val="0"/>
              </a:spcBef>
              <a:spcAft>
                <a:spcPts val="0"/>
              </a:spcAft>
              <a:buClr>
                <a:schemeClr val="dk1"/>
              </a:buClr>
              <a:buSzPts val="1200"/>
              <a:buFont typeface="Inter"/>
              <a:buChar char="■"/>
              <a:defRPr>
                <a:solidFill>
                  <a:schemeClr val="dk1"/>
                </a:solidFill>
              </a:defRPr>
            </a:lvl3pPr>
            <a:lvl4pPr indent="-304800" lvl="3" marL="1828800">
              <a:lnSpc>
                <a:spcPct val="100000"/>
              </a:lnSpc>
              <a:spcBef>
                <a:spcPts val="0"/>
              </a:spcBef>
              <a:spcAft>
                <a:spcPts val="0"/>
              </a:spcAft>
              <a:buClr>
                <a:schemeClr val="dk1"/>
              </a:buClr>
              <a:buSzPts val="1200"/>
              <a:buFont typeface="Inter"/>
              <a:buChar char="●"/>
              <a:defRPr>
                <a:solidFill>
                  <a:schemeClr val="dk1"/>
                </a:solidFill>
              </a:defRPr>
            </a:lvl4pPr>
            <a:lvl5pPr indent="-304800" lvl="4" marL="2286000">
              <a:lnSpc>
                <a:spcPct val="100000"/>
              </a:lnSpc>
              <a:spcBef>
                <a:spcPts val="0"/>
              </a:spcBef>
              <a:spcAft>
                <a:spcPts val="0"/>
              </a:spcAft>
              <a:buClr>
                <a:schemeClr val="dk1"/>
              </a:buClr>
              <a:buSzPts val="1200"/>
              <a:buFont typeface="Inter"/>
              <a:buChar char="○"/>
              <a:defRPr>
                <a:solidFill>
                  <a:schemeClr val="dk1"/>
                </a:solidFill>
              </a:defRPr>
            </a:lvl5pPr>
            <a:lvl6pPr indent="-304800" lvl="5" marL="2743200">
              <a:lnSpc>
                <a:spcPct val="100000"/>
              </a:lnSpc>
              <a:spcBef>
                <a:spcPts val="0"/>
              </a:spcBef>
              <a:spcAft>
                <a:spcPts val="0"/>
              </a:spcAft>
              <a:buClr>
                <a:schemeClr val="dk1"/>
              </a:buClr>
              <a:buSzPts val="1200"/>
              <a:buFont typeface="Inter"/>
              <a:buChar char="■"/>
              <a:defRPr>
                <a:solidFill>
                  <a:schemeClr val="dk1"/>
                </a:solidFill>
              </a:defRPr>
            </a:lvl6pPr>
            <a:lvl7pPr indent="-304800" lvl="6" marL="3200400">
              <a:lnSpc>
                <a:spcPct val="100000"/>
              </a:lnSpc>
              <a:spcBef>
                <a:spcPts val="0"/>
              </a:spcBef>
              <a:spcAft>
                <a:spcPts val="0"/>
              </a:spcAft>
              <a:buClr>
                <a:schemeClr val="dk1"/>
              </a:buClr>
              <a:buSzPts val="1200"/>
              <a:buFont typeface="Inter"/>
              <a:buChar char="●"/>
              <a:defRPr>
                <a:solidFill>
                  <a:schemeClr val="dk1"/>
                </a:solidFill>
              </a:defRPr>
            </a:lvl7pPr>
            <a:lvl8pPr indent="-304800" lvl="7" marL="3657600">
              <a:lnSpc>
                <a:spcPct val="100000"/>
              </a:lnSpc>
              <a:spcBef>
                <a:spcPts val="0"/>
              </a:spcBef>
              <a:spcAft>
                <a:spcPts val="0"/>
              </a:spcAft>
              <a:buClr>
                <a:schemeClr val="dk1"/>
              </a:buClr>
              <a:buSzPts val="1200"/>
              <a:buFont typeface="Inter"/>
              <a:buChar char="○"/>
              <a:defRPr>
                <a:solidFill>
                  <a:schemeClr val="dk1"/>
                </a:solidFill>
              </a:defRPr>
            </a:lvl8pPr>
            <a:lvl9pPr indent="-304800" lvl="8" marL="4114800">
              <a:lnSpc>
                <a:spcPct val="100000"/>
              </a:lnSpc>
              <a:spcBef>
                <a:spcPts val="0"/>
              </a:spcBef>
              <a:spcAft>
                <a:spcPts val="0"/>
              </a:spcAft>
              <a:buClr>
                <a:schemeClr val="dk1"/>
              </a:buClr>
              <a:buSzPts val="1200"/>
              <a:buFont typeface="Inter"/>
              <a:buChar char="■"/>
              <a:defRPr>
                <a:solidFill>
                  <a:schemeClr val="dk1"/>
                </a:solidFill>
              </a:defRPr>
            </a:lvl9pPr>
          </a:lstStyle>
          <a:p/>
        </p:txBody>
      </p:sp>
      <p:sp>
        <p:nvSpPr>
          <p:cNvPr id="139" name="Google Shape;139;p17"/>
          <p:cNvSpPr txBox="1"/>
          <p:nvPr>
            <p:ph idx="5" type="body"/>
          </p:nvPr>
        </p:nvSpPr>
        <p:spPr>
          <a:xfrm>
            <a:off x="4629750" y="3706771"/>
            <a:ext cx="4227000" cy="972000"/>
          </a:xfrm>
          <a:prstGeom prst="rect">
            <a:avLst/>
          </a:prstGeom>
        </p:spPr>
        <p:txBody>
          <a:bodyPr anchorCtr="0" anchor="ctr"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40" name="Google Shape;140;p1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17"/>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42" name="Google Shape;142;p17"/>
          <p:cNvSpPr txBox="1"/>
          <p:nvPr>
            <p:ph idx="6" type="body"/>
          </p:nvPr>
        </p:nvSpPr>
        <p:spPr>
          <a:xfrm>
            <a:off x="1736400" y="1553875"/>
            <a:ext cx="4227000" cy="9720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43" name="Google Shape;143;p17"/>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4" name="Google Shape;144;p17"/>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8">
  <p:cSld name="BLANK_1_1_1_1_1_1_1_1_1_1_1_1_1_2_1_1_1">
    <p:spTree>
      <p:nvGrpSpPr>
        <p:cNvPr id="145" name="Shape 145"/>
        <p:cNvGrpSpPr/>
        <p:nvPr/>
      </p:nvGrpSpPr>
      <p:grpSpPr>
        <a:xfrm>
          <a:off x="0" y="0"/>
          <a:ext cx="0" cy="0"/>
          <a:chOff x="0" y="0"/>
          <a:chExt cx="0" cy="0"/>
        </a:xfrm>
      </p:grpSpPr>
      <p:sp>
        <p:nvSpPr>
          <p:cNvPr id="146" name="Google Shape;146;p1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7" name="Google Shape;147;p18"/>
          <p:cNvSpPr txBox="1"/>
          <p:nvPr>
            <p:ph type="title"/>
          </p:nvPr>
        </p:nvSpPr>
        <p:spPr>
          <a:xfrm>
            <a:off x="283850" y="285900"/>
            <a:ext cx="5674200" cy="2235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148" name="Google Shape;148;p1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1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18"/>
          <p:cNvSpPr txBox="1"/>
          <p:nvPr>
            <p:ph idx="1" type="body"/>
          </p:nvPr>
        </p:nvSpPr>
        <p:spPr>
          <a:xfrm>
            <a:off x="24568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1" name="Google Shape;151;p18"/>
          <p:cNvSpPr txBox="1"/>
          <p:nvPr>
            <p:ph idx="4" type="body"/>
          </p:nvPr>
        </p:nvSpPr>
        <p:spPr>
          <a:xfrm>
            <a:off x="46297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2" name="Google Shape;152;p18"/>
          <p:cNvSpPr txBox="1"/>
          <p:nvPr>
            <p:ph idx="5" type="body"/>
          </p:nvPr>
        </p:nvSpPr>
        <p:spPr>
          <a:xfrm>
            <a:off x="6802050" y="3716975"/>
            <a:ext cx="20547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9">
  <p:cSld name="BLANK_1_1_1_1_1_1_1_1_1_1_1_1_1_2_1_1_2">
    <p:spTree>
      <p:nvGrpSpPr>
        <p:cNvPr id="153" name="Shape 153"/>
        <p:cNvGrpSpPr/>
        <p:nvPr/>
      </p:nvGrpSpPr>
      <p:grpSpPr>
        <a:xfrm>
          <a:off x="0" y="0"/>
          <a:ext cx="0" cy="0"/>
          <a:chOff x="0" y="0"/>
          <a:chExt cx="0" cy="0"/>
        </a:xfrm>
      </p:grpSpPr>
      <p:sp>
        <p:nvSpPr>
          <p:cNvPr id="154" name="Google Shape;154;p19"/>
          <p:cNvSpPr txBox="1"/>
          <p:nvPr>
            <p:ph idx="1"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5" name="Google Shape;155;p19"/>
          <p:cNvSpPr txBox="1"/>
          <p:nvPr>
            <p:ph idx="2" type="body"/>
          </p:nvPr>
        </p:nvSpPr>
        <p:spPr>
          <a:xfrm>
            <a:off x="6091950" y="263542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6" name="Google Shape;156;p19"/>
          <p:cNvSpPr txBox="1"/>
          <p:nvPr>
            <p:ph idx="3"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7" name="Google Shape;157;p19"/>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lvl1pPr>
            <a:lvl2pPr lvl="1">
              <a:lnSpc>
                <a:spcPct val="85000"/>
              </a:lnSpc>
              <a:spcBef>
                <a:spcPts val="0"/>
              </a:spcBef>
              <a:spcAft>
                <a:spcPts val="0"/>
              </a:spcAft>
              <a:buNone/>
              <a:defRPr sz="1800"/>
            </a:lvl2pPr>
            <a:lvl3pPr lvl="2">
              <a:lnSpc>
                <a:spcPct val="85000"/>
              </a:lnSpc>
              <a:spcBef>
                <a:spcPts val="0"/>
              </a:spcBef>
              <a:spcAft>
                <a:spcPts val="0"/>
              </a:spcAft>
              <a:buNone/>
              <a:defRPr sz="1800"/>
            </a:lvl3pPr>
            <a:lvl4pPr lvl="3">
              <a:lnSpc>
                <a:spcPct val="85000"/>
              </a:lnSpc>
              <a:spcBef>
                <a:spcPts val="0"/>
              </a:spcBef>
              <a:spcAft>
                <a:spcPts val="0"/>
              </a:spcAft>
              <a:buNone/>
              <a:defRPr sz="1800"/>
            </a:lvl4pPr>
            <a:lvl5pPr lvl="4">
              <a:lnSpc>
                <a:spcPct val="85000"/>
              </a:lnSpc>
              <a:spcBef>
                <a:spcPts val="0"/>
              </a:spcBef>
              <a:spcAft>
                <a:spcPts val="0"/>
              </a:spcAft>
              <a:buNone/>
              <a:defRPr sz="1800"/>
            </a:lvl5pPr>
            <a:lvl6pPr lvl="5">
              <a:lnSpc>
                <a:spcPct val="85000"/>
              </a:lnSpc>
              <a:spcBef>
                <a:spcPts val="0"/>
              </a:spcBef>
              <a:spcAft>
                <a:spcPts val="0"/>
              </a:spcAft>
              <a:buNone/>
              <a:defRPr sz="1800"/>
            </a:lvl6pPr>
            <a:lvl7pPr lvl="6">
              <a:lnSpc>
                <a:spcPct val="85000"/>
              </a:lnSpc>
              <a:spcBef>
                <a:spcPts val="0"/>
              </a:spcBef>
              <a:spcAft>
                <a:spcPts val="0"/>
              </a:spcAft>
              <a:buNone/>
              <a:defRPr sz="1800"/>
            </a:lvl7pPr>
            <a:lvl8pPr lvl="7">
              <a:lnSpc>
                <a:spcPct val="85000"/>
              </a:lnSpc>
              <a:spcBef>
                <a:spcPts val="0"/>
              </a:spcBef>
              <a:spcAft>
                <a:spcPts val="0"/>
              </a:spcAft>
              <a:buNone/>
              <a:defRPr sz="1800"/>
            </a:lvl8pPr>
            <a:lvl9pPr lvl="8">
              <a:lnSpc>
                <a:spcPct val="85000"/>
              </a:lnSpc>
              <a:spcBef>
                <a:spcPts val="0"/>
              </a:spcBef>
              <a:spcAft>
                <a:spcPts val="0"/>
              </a:spcAft>
              <a:buNone/>
              <a:defRPr sz="1800"/>
            </a:lvl9pPr>
          </a:lstStyle>
          <a:p/>
        </p:txBody>
      </p:sp>
      <p:sp>
        <p:nvSpPr>
          <p:cNvPr id="158" name="Google Shape;158;p19"/>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19"/>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19"/>
          <p:cNvSpPr txBox="1"/>
          <p:nvPr>
            <p:ph idx="6" type="subTitle"/>
          </p:nvPr>
        </p:nvSpPr>
        <p:spPr>
          <a:xfrm>
            <a:off x="288625" y="15555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1" name="Google Shape;161;p19"/>
          <p:cNvSpPr txBox="1"/>
          <p:nvPr>
            <p:ph idx="7" type="subTitle"/>
          </p:nvPr>
        </p:nvSpPr>
        <p:spPr>
          <a:xfrm>
            <a:off x="288625" y="26362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2" name="Google Shape;162;p19"/>
          <p:cNvSpPr txBox="1"/>
          <p:nvPr>
            <p:ph idx="8" type="subTitle"/>
          </p:nvPr>
        </p:nvSpPr>
        <p:spPr>
          <a:xfrm>
            <a:off x="288625" y="37169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3" name="Google Shape;163;p1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0">
  <p:cSld name="BLANK_1_1_1_1_1_1_1_1_1_1_1_1_1_2_1_3">
    <p:bg>
      <p:bgPr>
        <a:solidFill>
          <a:schemeClr val="accent3"/>
        </a:solidFill>
      </p:bgPr>
    </p:bg>
    <p:spTree>
      <p:nvGrpSpPr>
        <p:cNvPr id="164" name="Shape 164"/>
        <p:cNvGrpSpPr/>
        <p:nvPr/>
      </p:nvGrpSpPr>
      <p:grpSpPr>
        <a:xfrm>
          <a:off x="0" y="0"/>
          <a:ext cx="0" cy="0"/>
          <a:chOff x="0" y="0"/>
          <a:chExt cx="0" cy="0"/>
        </a:xfrm>
      </p:grpSpPr>
      <p:sp>
        <p:nvSpPr>
          <p:cNvPr id="165" name="Google Shape;165;p20"/>
          <p:cNvSpPr txBox="1"/>
          <p:nvPr>
            <p:ph idx="1" type="subTitle"/>
          </p:nvPr>
        </p:nvSpPr>
        <p:spPr>
          <a:xfrm>
            <a:off x="4629000" y="28590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66" name="Google Shape;166;p2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67" name="Google Shape;167;p20"/>
          <p:cNvSpPr txBox="1"/>
          <p:nvPr>
            <p:ph type="title"/>
          </p:nvPr>
        </p:nvSpPr>
        <p:spPr>
          <a:xfrm>
            <a:off x="283850" y="285900"/>
            <a:ext cx="2764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68" name="Google Shape;168;p20"/>
          <p:cNvSpPr txBox="1"/>
          <p:nvPr>
            <p:ph idx="2" type="body"/>
          </p:nvPr>
        </p:nvSpPr>
        <p:spPr>
          <a:xfrm>
            <a:off x="4629450" y="786100"/>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69" name="Google Shape;169;p20"/>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0" name="Google Shape;170;p20"/>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1" name="Google Shape;171;p20"/>
          <p:cNvSpPr txBox="1"/>
          <p:nvPr>
            <p:ph idx="5" type="subTitle"/>
          </p:nvPr>
        </p:nvSpPr>
        <p:spPr>
          <a:xfrm>
            <a:off x="4629000" y="175185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72" name="Google Shape;172;p20"/>
          <p:cNvSpPr txBox="1"/>
          <p:nvPr>
            <p:ph idx="6" type="body"/>
          </p:nvPr>
        </p:nvSpPr>
        <p:spPr>
          <a:xfrm>
            <a:off x="4629450" y="2252055"/>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3" name="Google Shape;173;p20"/>
          <p:cNvSpPr txBox="1"/>
          <p:nvPr>
            <p:ph idx="7" type="subTitle"/>
          </p:nvPr>
        </p:nvSpPr>
        <p:spPr>
          <a:xfrm>
            <a:off x="4629000" y="3217788"/>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74" name="Google Shape;174;p20"/>
          <p:cNvSpPr txBox="1"/>
          <p:nvPr>
            <p:ph idx="8" type="body"/>
          </p:nvPr>
        </p:nvSpPr>
        <p:spPr>
          <a:xfrm>
            <a:off x="4629450" y="3717997"/>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5" name="Google Shape;175;p20"/>
          <p:cNvSpPr txBox="1"/>
          <p:nvPr>
            <p:ph idx="9" type="body"/>
          </p:nvPr>
        </p:nvSpPr>
        <p:spPr>
          <a:xfrm>
            <a:off x="284850" y="3717988"/>
            <a:ext cx="2055300" cy="804300"/>
          </a:xfrm>
          <a:prstGeom prst="rect">
            <a:avLst/>
          </a:prstGeom>
        </p:spPr>
        <p:txBody>
          <a:bodyPr anchorCtr="0" anchor="t" bIns="0" lIns="0" spcFirstLastPara="1" rIns="182875" wrap="square" tIns="0">
            <a:sp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p:cSld name="CUSTOM">
    <p:bg>
      <p:bgPr>
        <a:solidFill>
          <a:schemeClr val="accent3"/>
        </a:solidFill>
      </p:bgPr>
    </p:bg>
    <p:spTree>
      <p:nvGrpSpPr>
        <p:cNvPr id="176" name="Shape 176"/>
        <p:cNvGrpSpPr/>
        <p:nvPr/>
      </p:nvGrpSpPr>
      <p:grpSpPr>
        <a:xfrm>
          <a:off x="0" y="0"/>
          <a:ext cx="0" cy="0"/>
          <a:chOff x="0" y="0"/>
          <a:chExt cx="0" cy="0"/>
        </a:xfrm>
      </p:grpSpPr>
      <p:sp>
        <p:nvSpPr>
          <p:cNvPr id="177" name="Google Shape;177;p21"/>
          <p:cNvSpPr/>
          <p:nvPr>
            <p:ph idx="2" type="pic"/>
          </p:nvPr>
        </p:nvSpPr>
        <p:spPr>
          <a:xfrm>
            <a:off x="4629750" y="286075"/>
            <a:ext cx="1257900" cy="1261500"/>
          </a:xfrm>
          <a:prstGeom prst="rect">
            <a:avLst/>
          </a:prstGeom>
          <a:noFill/>
          <a:ln>
            <a:noFill/>
          </a:ln>
        </p:spPr>
      </p:sp>
      <p:sp>
        <p:nvSpPr>
          <p:cNvPr id="178" name="Google Shape;178;p21"/>
          <p:cNvSpPr/>
          <p:nvPr>
            <p:ph idx="3" type="pic"/>
          </p:nvPr>
        </p:nvSpPr>
        <p:spPr>
          <a:xfrm>
            <a:off x="6111800" y="286075"/>
            <a:ext cx="1257900" cy="1261500"/>
          </a:xfrm>
          <a:prstGeom prst="rect">
            <a:avLst/>
          </a:prstGeom>
          <a:noFill/>
          <a:ln>
            <a:noFill/>
          </a:ln>
        </p:spPr>
      </p:sp>
      <p:sp>
        <p:nvSpPr>
          <p:cNvPr id="179" name="Google Shape;179;p21"/>
          <p:cNvSpPr/>
          <p:nvPr>
            <p:ph idx="4" type="pic"/>
          </p:nvPr>
        </p:nvSpPr>
        <p:spPr>
          <a:xfrm>
            <a:off x="7593850" y="286075"/>
            <a:ext cx="1257900" cy="1261500"/>
          </a:xfrm>
          <a:prstGeom prst="rect">
            <a:avLst/>
          </a:prstGeom>
          <a:noFill/>
          <a:ln>
            <a:noFill/>
          </a:ln>
        </p:spPr>
      </p:sp>
      <p:sp>
        <p:nvSpPr>
          <p:cNvPr id="180" name="Google Shape;180;p21"/>
          <p:cNvSpPr/>
          <p:nvPr>
            <p:ph idx="5" type="pic"/>
          </p:nvPr>
        </p:nvSpPr>
        <p:spPr>
          <a:xfrm>
            <a:off x="4629750" y="2634475"/>
            <a:ext cx="1257900" cy="1261500"/>
          </a:xfrm>
          <a:prstGeom prst="rect">
            <a:avLst/>
          </a:prstGeom>
          <a:noFill/>
          <a:ln>
            <a:noFill/>
          </a:ln>
        </p:spPr>
      </p:sp>
      <p:sp>
        <p:nvSpPr>
          <p:cNvPr id="181" name="Google Shape;181;p21"/>
          <p:cNvSpPr/>
          <p:nvPr>
            <p:ph idx="6" type="pic"/>
          </p:nvPr>
        </p:nvSpPr>
        <p:spPr>
          <a:xfrm>
            <a:off x="6111800" y="2634475"/>
            <a:ext cx="1257900" cy="1261500"/>
          </a:xfrm>
          <a:prstGeom prst="rect">
            <a:avLst/>
          </a:prstGeom>
          <a:noFill/>
          <a:ln>
            <a:noFill/>
          </a:ln>
        </p:spPr>
      </p:sp>
      <p:sp>
        <p:nvSpPr>
          <p:cNvPr id="182" name="Google Shape;182;p21"/>
          <p:cNvSpPr/>
          <p:nvPr>
            <p:ph idx="7" type="pic"/>
          </p:nvPr>
        </p:nvSpPr>
        <p:spPr>
          <a:xfrm>
            <a:off x="7593850" y="2634475"/>
            <a:ext cx="1257900" cy="1261500"/>
          </a:xfrm>
          <a:prstGeom prst="rect">
            <a:avLst/>
          </a:prstGeom>
          <a:noFill/>
          <a:ln>
            <a:noFill/>
          </a:ln>
        </p:spPr>
      </p:sp>
      <p:sp>
        <p:nvSpPr>
          <p:cNvPr id="183" name="Google Shape;183;p21"/>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1"/>
          <p:cNvSpPr txBox="1"/>
          <p:nvPr>
            <p:ph idx="8"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2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6" name="Google Shape;186;p21"/>
          <p:cNvSpPr txBox="1"/>
          <p:nvPr>
            <p:ph idx="9"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7" name="Google Shape;187;p21"/>
          <p:cNvSpPr txBox="1"/>
          <p:nvPr>
            <p:ph idx="13" type="title"/>
          </p:nvPr>
        </p:nvSpPr>
        <p:spPr>
          <a:xfrm>
            <a:off x="283850" y="474875"/>
            <a:ext cx="2773200" cy="17436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a:solidFill>
                  <a:schemeClr val="dk1"/>
                </a:solidFill>
              </a:defRPr>
            </a:lvl1pPr>
            <a:lvl2pPr lvl="1">
              <a:lnSpc>
                <a:spcPct val="85000"/>
              </a:lnSpc>
              <a:spcBef>
                <a:spcPts val="0"/>
              </a:spcBef>
              <a:spcAft>
                <a:spcPts val="0"/>
              </a:spcAft>
              <a:buNone/>
              <a:defRPr>
                <a:solidFill>
                  <a:schemeClr val="dk1"/>
                </a:solidFill>
              </a:defRPr>
            </a:lvl2pPr>
            <a:lvl3pPr lvl="2">
              <a:lnSpc>
                <a:spcPct val="85000"/>
              </a:lnSpc>
              <a:spcBef>
                <a:spcPts val="0"/>
              </a:spcBef>
              <a:spcAft>
                <a:spcPts val="0"/>
              </a:spcAft>
              <a:buNone/>
              <a:defRPr>
                <a:solidFill>
                  <a:schemeClr val="dk1"/>
                </a:solidFill>
              </a:defRPr>
            </a:lvl3pPr>
            <a:lvl4pPr lvl="3">
              <a:lnSpc>
                <a:spcPct val="85000"/>
              </a:lnSpc>
              <a:spcBef>
                <a:spcPts val="0"/>
              </a:spcBef>
              <a:spcAft>
                <a:spcPts val="0"/>
              </a:spcAft>
              <a:buNone/>
              <a:defRPr>
                <a:solidFill>
                  <a:schemeClr val="dk1"/>
                </a:solidFill>
              </a:defRPr>
            </a:lvl4pPr>
            <a:lvl5pPr lvl="4">
              <a:lnSpc>
                <a:spcPct val="85000"/>
              </a:lnSpc>
              <a:spcBef>
                <a:spcPts val="0"/>
              </a:spcBef>
              <a:spcAft>
                <a:spcPts val="0"/>
              </a:spcAft>
              <a:buNone/>
              <a:defRPr>
                <a:solidFill>
                  <a:schemeClr val="dk1"/>
                </a:solidFill>
              </a:defRPr>
            </a:lvl5pPr>
            <a:lvl6pPr lvl="5">
              <a:lnSpc>
                <a:spcPct val="85000"/>
              </a:lnSpc>
              <a:spcBef>
                <a:spcPts val="0"/>
              </a:spcBef>
              <a:spcAft>
                <a:spcPts val="0"/>
              </a:spcAft>
              <a:buNone/>
              <a:defRPr>
                <a:solidFill>
                  <a:schemeClr val="dk1"/>
                </a:solidFill>
              </a:defRPr>
            </a:lvl6pPr>
            <a:lvl7pPr lvl="6">
              <a:lnSpc>
                <a:spcPct val="85000"/>
              </a:lnSpc>
              <a:spcBef>
                <a:spcPts val="0"/>
              </a:spcBef>
              <a:spcAft>
                <a:spcPts val="0"/>
              </a:spcAft>
              <a:buNone/>
              <a:defRPr>
                <a:solidFill>
                  <a:schemeClr val="dk1"/>
                </a:solidFill>
              </a:defRPr>
            </a:lvl7pPr>
            <a:lvl8pPr lvl="7">
              <a:lnSpc>
                <a:spcPct val="85000"/>
              </a:lnSpc>
              <a:spcBef>
                <a:spcPts val="0"/>
              </a:spcBef>
              <a:spcAft>
                <a:spcPts val="0"/>
              </a:spcAft>
              <a:buNone/>
              <a:defRPr>
                <a:solidFill>
                  <a:schemeClr val="dk1"/>
                </a:solidFill>
              </a:defRPr>
            </a:lvl8pPr>
            <a:lvl9pPr lvl="8">
              <a:lnSpc>
                <a:spcPct val="85000"/>
              </a:lnSpc>
              <a:spcBef>
                <a:spcPts val="0"/>
              </a:spcBef>
              <a:spcAft>
                <a:spcPts val="0"/>
              </a:spcAft>
              <a:buNone/>
              <a:defRPr>
                <a:solidFill>
                  <a:schemeClr val="dk1"/>
                </a:solidFill>
              </a:defRPr>
            </a:lvl9pPr>
          </a:lstStyle>
          <a:p/>
        </p:txBody>
      </p:sp>
      <p:sp>
        <p:nvSpPr>
          <p:cNvPr id="188" name="Google Shape;188;p21"/>
          <p:cNvSpPr txBox="1"/>
          <p:nvPr>
            <p:ph idx="14" type="title"/>
          </p:nvPr>
        </p:nvSpPr>
        <p:spPr>
          <a:xfrm>
            <a:off x="46297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89" name="Google Shape;189;p21"/>
          <p:cNvSpPr txBox="1"/>
          <p:nvPr>
            <p:ph idx="15" type="title"/>
          </p:nvPr>
        </p:nvSpPr>
        <p:spPr>
          <a:xfrm>
            <a:off x="611180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0" name="Google Shape;190;p21"/>
          <p:cNvSpPr txBox="1"/>
          <p:nvPr>
            <p:ph idx="16" type="title"/>
          </p:nvPr>
        </p:nvSpPr>
        <p:spPr>
          <a:xfrm>
            <a:off x="75938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1" name="Google Shape;191;p21"/>
          <p:cNvSpPr txBox="1"/>
          <p:nvPr>
            <p:ph idx="17" type="title"/>
          </p:nvPr>
        </p:nvSpPr>
        <p:spPr>
          <a:xfrm>
            <a:off x="46297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2" name="Google Shape;192;p21"/>
          <p:cNvSpPr txBox="1"/>
          <p:nvPr>
            <p:ph idx="18" type="title"/>
          </p:nvPr>
        </p:nvSpPr>
        <p:spPr>
          <a:xfrm>
            <a:off x="611180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3" name="Google Shape;193;p21"/>
          <p:cNvSpPr txBox="1"/>
          <p:nvPr>
            <p:ph idx="19" type="title"/>
          </p:nvPr>
        </p:nvSpPr>
        <p:spPr>
          <a:xfrm>
            <a:off x="75938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1">
  <p:cSld name="CUSTOM_3">
    <p:bg>
      <p:bgPr>
        <a:solidFill>
          <a:schemeClr val="accent1"/>
        </a:solidFill>
      </p:bgPr>
    </p:bg>
    <p:spTree>
      <p:nvGrpSpPr>
        <p:cNvPr id="194" name="Shape 194"/>
        <p:cNvGrpSpPr/>
        <p:nvPr/>
      </p:nvGrpSpPr>
      <p:grpSpPr>
        <a:xfrm>
          <a:off x="0" y="0"/>
          <a:ext cx="0" cy="0"/>
          <a:chOff x="0" y="0"/>
          <a:chExt cx="0" cy="0"/>
        </a:xfrm>
      </p:grpSpPr>
      <p:sp>
        <p:nvSpPr>
          <p:cNvPr id="195" name="Google Shape;195;p22"/>
          <p:cNvSpPr/>
          <p:nvPr>
            <p:ph idx="2" type="pic"/>
          </p:nvPr>
        </p:nvSpPr>
        <p:spPr>
          <a:xfrm>
            <a:off x="2456700" y="373175"/>
            <a:ext cx="1515000" cy="1616700"/>
          </a:xfrm>
          <a:prstGeom prst="rect">
            <a:avLst/>
          </a:prstGeom>
          <a:noFill/>
          <a:ln>
            <a:noFill/>
          </a:ln>
        </p:spPr>
      </p:sp>
      <p:sp>
        <p:nvSpPr>
          <p:cNvPr id="196" name="Google Shape;196;p22"/>
          <p:cNvSpPr txBox="1"/>
          <p:nvPr>
            <p:ph type="title"/>
          </p:nvPr>
        </p:nvSpPr>
        <p:spPr>
          <a:xfrm>
            <a:off x="2635350" y="2172975"/>
            <a:ext cx="1188600" cy="152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7" name="Google Shape;197;p22"/>
          <p:cNvSpPr txBox="1"/>
          <p:nvPr>
            <p:ph idx="1" type="body"/>
          </p:nvPr>
        </p:nvSpPr>
        <p:spPr>
          <a:xfrm>
            <a:off x="263535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198" name="Google Shape;198;p22"/>
          <p:cNvSpPr txBox="1"/>
          <p:nvPr>
            <p:ph idx="3" type="title"/>
          </p:nvPr>
        </p:nvSpPr>
        <p:spPr>
          <a:xfrm>
            <a:off x="263535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199" name="Google Shape;199;p22"/>
          <p:cNvSpPr/>
          <p:nvPr>
            <p:ph idx="4" type="pic"/>
          </p:nvPr>
        </p:nvSpPr>
        <p:spPr>
          <a:xfrm>
            <a:off x="4084738" y="373175"/>
            <a:ext cx="1515000" cy="1616700"/>
          </a:xfrm>
          <a:prstGeom prst="rect">
            <a:avLst/>
          </a:prstGeom>
          <a:noFill/>
          <a:ln>
            <a:noFill/>
          </a:ln>
        </p:spPr>
      </p:sp>
      <p:sp>
        <p:nvSpPr>
          <p:cNvPr id="200" name="Google Shape;200;p22"/>
          <p:cNvSpPr txBox="1"/>
          <p:nvPr>
            <p:ph idx="5" type="title"/>
          </p:nvPr>
        </p:nvSpPr>
        <p:spPr>
          <a:xfrm>
            <a:off x="4263388"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1" name="Google Shape;201;p22"/>
          <p:cNvSpPr txBox="1"/>
          <p:nvPr>
            <p:ph idx="6" type="body"/>
          </p:nvPr>
        </p:nvSpPr>
        <p:spPr>
          <a:xfrm>
            <a:off x="4263388"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02" name="Google Shape;202;p22"/>
          <p:cNvSpPr txBox="1"/>
          <p:nvPr>
            <p:ph idx="7" type="title"/>
          </p:nvPr>
        </p:nvSpPr>
        <p:spPr>
          <a:xfrm>
            <a:off x="4263388"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03" name="Google Shape;203;p22"/>
          <p:cNvSpPr/>
          <p:nvPr>
            <p:ph idx="8" type="pic"/>
          </p:nvPr>
        </p:nvSpPr>
        <p:spPr>
          <a:xfrm>
            <a:off x="5713225" y="373175"/>
            <a:ext cx="1515000" cy="1616700"/>
          </a:xfrm>
          <a:prstGeom prst="rect">
            <a:avLst/>
          </a:prstGeom>
          <a:noFill/>
          <a:ln>
            <a:noFill/>
          </a:ln>
        </p:spPr>
      </p:sp>
      <p:sp>
        <p:nvSpPr>
          <p:cNvPr id="204" name="Google Shape;204;p22"/>
          <p:cNvSpPr txBox="1"/>
          <p:nvPr>
            <p:ph idx="9" type="title"/>
          </p:nvPr>
        </p:nvSpPr>
        <p:spPr>
          <a:xfrm>
            <a:off x="5891875"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5" name="Google Shape;205;p22"/>
          <p:cNvSpPr txBox="1"/>
          <p:nvPr>
            <p:ph idx="13" type="body"/>
          </p:nvPr>
        </p:nvSpPr>
        <p:spPr>
          <a:xfrm>
            <a:off x="5891875"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06" name="Google Shape;206;p22"/>
          <p:cNvSpPr txBox="1"/>
          <p:nvPr>
            <p:ph idx="14" type="title"/>
          </p:nvPr>
        </p:nvSpPr>
        <p:spPr>
          <a:xfrm>
            <a:off x="5891875"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07" name="Google Shape;207;p22"/>
          <p:cNvSpPr/>
          <p:nvPr>
            <p:ph idx="15" type="pic"/>
          </p:nvPr>
        </p:nvSpPr>
        <p:spPr>
          <a:xfrm>
            <a:off x="7341950" y="373175"/>
            <a:ext cx="1515000" cy="1616700"/>
          </a:xfrm>
          <a:prstGeom prst="rect">
            <a:avLst/>
          </a:prstGeom>
          <a:noFill/>
          <a:ln>
            <a:noFill/>
          </a:ln>
        </p:spPr>
      </p:sp>
      <p:sp>
        <p:nvSpPr>
          <p:cNvPr id="208" name="Google Shape;208;p22"/>
          <p:cNvSpPr txBox="1"/>
          <p:nvPr>
            <p:ph idx="16" type="title"/>
          </p:nvPr>
        </p:nvSpPr>
        <p:spPr>
          <a:xfrm>
            <a:off x="7520600"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9" name="Google Shape;209;p22"/>
          <p:cNvSpPr txBox="1"/>
          <p:nvPr>
            <p:ph idx="17" type="body"/>
          </p:nvPr>
        </p:nvSpPr>
        <p:spPr>
          <a:xfrm>
            <a:off x="752060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10" name="Google Shape;210;p22"/>
          <p:cNvSpPr txBox="1"/>
          <p:nvPr>
            <p:ph idx="18" type="title"/>
          </p:nvPr>
        </p:nvSpPr>
        <p:spPr>
          <a:xfrm>
            <a:off x="752060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11" name="Google Shape;211;p22"/>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22"/>
          <p:cNvSpPr txBox="1"/>
          <p:nvPr>
            <p:ph idx="19"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22"/>
          <p:cNvSpPr txBox="1"/>
          <p:nvPr>
            <p:ph idx="20"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 name="Google Shape;214;p22"/>
          <p:cNvSpPr txBox="1"/>
          <p:nvPr>
            <p:ph idx="21" type="title"/>
          </p:nvPr>
        </p:nvSpPr>
        <p:spPr>
          <a:xfrm>
            <a:off x="283850" y="285900"/>
            <a:ext cx="2055600" cy="12696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2">
  <p:cSld name="CUSTOM_4">
    <p:spTree>
      <p:nvGrpSpPr>
        <p:cNvPr id="215" name="Shape 215"/>
        <p:cNvGrpSpPr/>
        <p:nvPr/>
      </p:nvGrpSpPr>
      <p:grpSpPr>
        <a:xfrm>
          <a:off x="0" y="0"/>
          <a:ext cx="0" cy="0"/>
          <a:chOff x="0" y="0"/>
          <a:chExt cx="0" cy="0"/>
        </a:xfrm>
      </p:grpSpPr>
      <p:sp>
        <p:nvSpPr>
          <p:cNvPr id="216" name="Google Shape;216;p23"/>
          <p:cNvSpPr txBox="1"/>
          <p:nvPr>
            <p:ph type="title"/>
          </p:nvPr>
        </p:nvSpPr>
        <p:spPr>
          <a:xfrm>
            <a:off x="1049249" y="2030625"/>
            <a:ext cx="1902000" cy="243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17" name="Google Shape;217;p23"/>
          <p:cNvSpPr txBox="1"/>
          <p:nvPr>
            <p:ph idx="1" type="body"/>
          </p:nvPr>
        </p:nvSpPr>
        <p:spPr>
          <a:xfrm>
            <a:off x="1049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18" name="Google Shape;218;p23"/>
          <p:cNvSpPr txBox="1"/>
          <p:nvPr>
            <p:ph idx="2" type="title"/>
          </p:nvPr>
        </p:nvSpPr>
        <p:spPr>
          <a:xfrm>
            <a:off x="1049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19" name="Google Shape;219;p23"/>
          <p:cNvSpPr txBox="1"/>
          <p:nvPr>
            <p:ph idx="3" type="body"/>
          </p:nvPr>
        </p:nvSpPr>
        <p:spPr>
          <a:xfrm>
            <a:off x="1049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0" name="Google Shape;220;p23"/>
          <p:cNvSpPr txBox="1"/>
          <p:nvPr>
            <p:ph idx="4" type="title"/>
          </p:nvPr>
        </p:nvSpPr>
        <p:spPr>
          <a:xfrm>
            <a:off x="3950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1" name="Google Shape;221;p23"/>
          <p:cNvSpPr txBox="1"/>
          <p:nvPr>
            <p:ph idx="5" type="body"/>
          </p:nvPr>
        </p:nvSpPr>
        <p:spPr>
          <a:xfrm>
            <a:off x="3950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2" name="Google Shape;222;p23"/>
          <p:cNvSpPr txBox="1"/>
          <p:nvPr>
            <p:ph idx="6" type="title"/>
          </p:nvPr>
        </p:nvSpPr>
        <p:spPr>
          <a:xfrm>
            <a:off x="3950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3" name="Google Shape;223;p23"/>
          <p:cNvSpPr txBox="1"/>
          <p:nvPr>
            <p:ph idx="7" type="body"/>
          </p:nvPr>
        </p:nvSpPr>
        <p:spPr>
          <a:xfrm>
            <a:off x="3950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4" name="Google Shape;224;p23"/>
          <p:cNvSpPr txBox="1"/>
          <p:nvPr>
            <p:ph idx="8" type="title"/>
          </p:nvPr>
        </p:nvSpPr>
        <p:spPr>
          <a:xfrm>
            <a:off x="6851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5" name="Google Shape;225;p23"/>
          <p:cNvSpPr txBox="1"/>
          <p:nvPr>
            <p:ph idx="9" type="body"/>
          </p:nvPr>
        </p:nvSpPr>
        <p:spPr>
          <a:xfrm>
            <a:off x="6851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6" name="Google Shape;226;p23"/>
          <p:cNvSpPr txBox="1"/>
          <p:nvPr>
            <p:ph idx="13" type="title"/>
          </p:nvPr>
        </p:nvSpPr>
        <p:spPr>
          <a:xfrm>
            <a:off x="6851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7" name="Google Shape;227;p23"/>
          <p:cNvSpPr txBox="1"/>
          <p:nvPr>
            <p:ph idx="14" type="body"/>
          </p:nvPr>
        </p:nvSpPr>
        <p:spPr>
          <a:xfrm>
            <a:off x="6851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8" name="Google Shape;228;p2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29" name="Google Shape;229;p23"/>
          <p:cNvSpPr txBox="1"/>
          <p:nvPr>
            <p:ph idx="15" type="title"/>
          </p:nvPr>
        </p:nvSpPr>
        <p:spPr>
          <a:xfrm>
            <a:off x="283850" y="285900"/>
            <a:ext cx="85719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
        <p:nvSpPr>
          <p:cNvPr id="230" name="Google Shape;230;p23"/>
          <p:cNvSpPr/>
          <p:nvPr>
            <p:ph idx="16" type="pic"/>
          </p:nvPr>
        </p:nvSpPr>
        <p:spPr>
          <a:xfrm>
            <a:off x="290325" y="1862825"/>
            <a:ext cx="663000" cy="1271100"/>
          </a:xfrm>
          <a:prstGeom prst="rect">
            <a:avLst/>
          </a:prstGeom>
          <a:noFill/>
          <a:ln>
            <a:noFill/>
          </a:ln>
        </p:spPr>
      </p:sp>
      <p:sp>
        <p:nvSpPr>
          <p:cNvPr id="231" name="Google Shape;231;p23"/>
          <p:cNvSpPr/>
          <p:nvPr>
            <p:ph idx="17" type="pic"/>
          </p:nvPr>
        </p:nvSpPr>
        <p:spPr>
          <a:xfrm>
            <a:off x="290325" y="3407525"/>
            <a:ext cx="663000" cy="1271100"/>
          </a:xfrm>
          <a:prstGeom prst="rect">
            <a:avLst/>
          </a:prstGeom>
          <a:noFill/>
          <a:ln>
            <a:noFill/>
          </a:ln>
        </p:spPr>
      </p:sp>
      <p:sp>
        <p:nvSpPr>
          <p:cNvPr id="232" name="Google Shape;232;p23"/>
          <p:cNvSpPr/>
          <p:nvPr>
            <p:ph idx="18" type="pic"/>
          </p:nvPr>
        </p:nvSpPr>
        <p:spPr>
          <a:xfrm>
            <a:off x="3191325" y="1862825"/>
            <a:ext cx="663000" cy="1271100"/>
          </a:xfrm>
          <a:prstGeom prst="rect">
            <a:avLst/>
          </a:prstGeom>
          <a:noFill/>
          <a:ln>
            <a:noFill/>
          </a:ln>
        </p:spPr>
      </p:sp>
      <p:sp>
        <p:nvSpPr>
          <p:cNvPr id="233" name="Google Shape;233;p23"/>
          <p:cNvSpPr/>
          <p:nvPr>
            <p:ph idx="19" type="pic"/>
          </p:nvPr>
        </p:nvSpPr>
        <p:spPr>
          <a:xfrm>
            <a:off x="3191325" y="3407525"/>
            <a:ext cx="663000" cy="1271100"/>
          </a:xfrm>
          <a:prstGeom prst="rect">
            <a:avLst/>
          </a:prstGeom>
          <a:noFill/>
          <a:ln>
            <a:noFill/>
          </a:ln>
        </p:spPr>
      </p:sp>
      <p:sp>
        <p:nvSpPr>
          <p:cNvPr id="234" name="Google Shape;234;p23"/>
          <p:cNvSpPr/>
          <p:nvPr>
            <p:ph idx="20" type="pic"/>
          </p:nvPr>
        </p:nvSpPr>
        <p:spPr>
          <a:xfrm>
            <a:off x="6092325" y="1862825"/>
            <a:ext cx="663000" cy="1271100"/>
          </a:xfrm>
          <a:prstGeom prst="rect">
            <a:avLst/>
          </a:prstGeom>
          <a:noFill/>
          <a:ln>
            <a:noFill/>
          </a:ln>
        </p:spPr>
      </p:sp>
      <p:sp>
        <p:nvSpPr>
          <p:cNvPr id="235" name="Google Shape;235;p23"/>
          <p:cNvSpPr/>
          <p:nvPr>
            <p:ph idx="21" type="pic"/>
          </p:nvPr>
        </p:nvSpPr>
        <p:spPr>
          <a:xfrm>
            <a:off x="6092325" y="3407525"/>
            <a:ext cx="663000" cy="1271100"/>
          </a:xfrm>
          <a:prstGeom prst="rect">
            <a:avLst/>
          </a:prstGeom>
          <a:noFill/>
          <a:ln>
            <a:noFill/>
          </a:ln>
        </p:spPr>
      </p:sp>
      <p:sp>
        <p:nvSpPr>
          <p:cNvPr id="236" name="Google Shape;236;p23"/>
          <p:cNvSpPr txBox="1"/>
          <p:nvPr>
            <p:ph idx="2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23"/>
          <p:cNvSpPr txBox="1"/>
          <p:nvPr>
            <p:ph idx="2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body text">
  <p:cSld name="CUSTOM_2">
    <p:bg>
      <p:bgPr>
        <a:solidFill>
          <a:schemeClr val="lt1"/>
        </a:solidFill>
      </p:bgPr>
    </p:bg>
    <p:spTree>
      <p:nvGrpSpPr>
        <p:cNvPr id="238" name="Shape 238"/>
        <p:cNvGrpSpPr/>
        <p:nvPr/>
      </p:nvGrpSpPr>
      <p:grpSpPr>
        <a:xfrm>
          <a:off x="0" y="0"/>
          <a:ext cx="0" cy="0"/>
          <a:chOff x="0" y="0"/>
          <a:chExt cx="0" cy="0"/>
        </a:xfrm>
      </p:grpSpPr>
      <p:sp>
        <p:nvSpPr>
          <p:cNvPr id="239" name="Google Shape;239;p24"/>
          <p:cNvSpPr/>
          <p:nvPr>
            <p:ph idx="2" type="pic"/>
          </p:nvPr>
        </p:nvSpPr>
        <p:spPr>
          <a:xfrm>
            <a:off x="3186000" y="3242875"/>
            <a:ext cx="2798100" cy="1440600"/>
          </a:xfrm>
          <a:prstGeom prst="rect">
            <a:avLst/>
          </a:prstGeom>
          <a:noFill/>
          <a:ln>
            <a:noFill/>
          </a:ln>
        </p:spPr>
      </p:sp>
      <p:sp>
        <p:nvSpPr>
          <p:cNvPr id="240" name="Google Shape;240;p24"/>
          <p:cNvSpPr/>
          <p:nvPr>
            <p:ph idx="3" type="pic"/>
          </p:nvPr>
        </p:nvSpPr>
        <p:spPr>
          <a:xfrm>
            <a:off x="5984100" y="3242875"/>
            <a:ext cx="1440600" cy="1440600"/>
          </a:xfrm>
          <a:prstGeom prst="rect">
            <a:avLst/>
          </a:prstGeom>
          <a:noFill/>
          <a:ln>
            <a:noFill/>
          </a:ln>
        </p:spPr>
      </p:sp>
      <p:sp>
        <p:nvSpPr>
          <p:cNvPr id="241" name="Google Shape;241;p24"/>
          <p:cNvSpPr/>
          <p:nvPr>
            <p:ph idx="4" type="pic"/>
          </p:nvPr>
        </p:nvSpPr>
        <p:spPr>
          <a:xfrm>
            <a:off x="7412150" y="1440350"/>
            <a:ext cx="1441500" cy="3243000"/>
          </a:xfrm>
          <a:prstGeom prst="rect">
            <a:avLst/>
          </a:prstGeom>
          <a:noFill/>
          <a:ln>
            <a:noFill/>
          </a:ln>
        </p:spPr>
      </p:sp>
      <p:sp>
        <p:nvSpPr>
          <p:cNvPr id="242" name="Google Shape;242;p24"/>
          <p:cNvSpPr/>
          <p:nvPr>
            <p:ph idx="5" type="pic"/>
          </p:nvPr>
        </p:nvSpPr>
        <p:spPr>
          <a:xfrm>
            <a:off x="7412150" y="0"/>
            <a:ext cx="1441500" cy="1440600"/>
          </a:xfrm>
          <a:prstGeom prst="rect">
            <a:avLst/>
          </a:prstGeom>
          <a:noFill/>
          <a:ln>
            <a:noFill/>
          </a:ln>
        </p:spPr>
      </p:sp>
      <p:sp>
        <p:nvSpPr>
          <p:cNvPr id="243" name="Google Shape;243;p24"/>
          <p:cNvSpPr/>
          <p:nvPr>
            <p:ph idx="6" type="pic"/>
          </p:nvPr>
        </p:nvSpPr>
        <p:spPr>
          <a:xfrm>
            <a:off x="3184850" y="0"/>
            <a:ext cx="4227300" cy="3243000"/>
          </a:xfrm>
          <a:prstGeom prst="rect">
            <a:avLst/>
          </a:prstGeom>
          <a:noFill/>
          <a:ln>
            <a:noFill/>
          </a:ln>
        </p:spPr>
      </p:sp>
      <p:sp>
        <p:nvSpPr>
          <p:cNvPr id="244" name="Google Shape;244;p2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45" name="Google Shape;245;p24"/>
          <p:cNvSpPr txBox="1"/>
          <p:nvPr>
            <p:ph idx="7"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46" name="Google Shape;246;p24"/>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7" name="Google Shape;247;p24"/>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8" name="Google Shape;248;p24"/>
          <p:cNvSpPr txBox="1"/>
          <p:nvPr>
            <p:ph idx="9" type="title"/>
          </p:nvPr>
        </p:nvSpPr>
        <p:spPr>
          <a:xfrm>
            <a:off x="283850" y="285900"/>
            <a:ext cx="27732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000">
                <a:solidFill>
                  <a:schemeClr val="dk1"/>
                </a:solidFill>
              </a:defRPr>
            </a:lvl1pPr>
            <a:lvl2pPr lvl="1">
              <a:lnSpc>
                <a:spcPct val="85000"/>
              </a:lnSpc>
              <a:spcBef>
                <a:spcPts val="0"/>
              </a:spcBef>
              <a:spcAft>
                <a:spcPts val="0"/>
              </a:spcAft>
              <a:buNone/>
              <a:defRPr sz="3000">
                <a:solidFill>
                  <a:schemeClr val="dk1"/>
                </a:solidFill>
              </a:defRPr>
            </a:lvl2pPr>
            <a:lvl3pPr lvl="2">
              <a:lnSpc>
                <a:spcPct val="85000"/>
              </a:lnSpc>
              <a:spcBef>
                <a:spcPts val="0"/>
              </a:spcBef>
              <a:spcAft>
                <a:spcPts val="0"/>
              </a:spcAft>
              <a:buNone/>
              <a:defRPr sz="3000">
                <a:solidFill>
                  <a:schemeClr val="dk1"/>
                </a:solidFill>
              </a:defRPr>
            </a:lvl3pPr>
            <a:lvl4pPr lvl="3">
              <a:lnSpc>
                <a:spcPct val="85000"/>
              </a:lnSpc>
              <a:spcBef>
                <a:spcPts val="0"/>
              </a:spcBef>
              <a:spcAft>
                <a:spcPts val="0"/>
              </a:spcAft>
              <a:buNone/>
              <a:defRPr sz="3000">
                <a:solidFill>
                  <a:schemeClr val="dk1"/>
                </a:solidFill>
              </a:defRPr>
            </a:lvl4pPr>
            <a:lvl5pPr lvl="4">
              <a:lnSpc>
                <a:spcPct val="85000"/>
              </a:lnSpc>
              <a:spcBef>
                <a:spcPts val="0"/>
              </a:spcBef>
              <a:spcAft>
                <a:spcPts val="0"/>
              </a:spcAft>
              <a:buNone/>
              <a:defRPr sz="3000">
                <a:solidFill>
                  <a:schemeClr val="dk1"/>
                </a:solidFill>
              </a:defRPr>
            </a:lvl5pPr>
            <a:lvl6pPr lvl="5">
              <a:lnSpc>
                <a:spcPct val="85000"/>
              </a:lnSpc>
              <a:spcBef>
                <a:spcPts val="0"/>
              </a:spcBef>
              <a:spcAft>
                <a:spcPts val="0"/>
              </a:spcAft>
              <a:buNone/>
              <a:defRPr sz="3000">
                <a:solidFill>
                  <a:schemeClr val="dk1"/>
                </a:solidFill>
              </a:defRPr>
            </a:lvl6pPr>
            <a:lvl7pPr lvl="6">
              <a:lnSpc>
                <a:spcPct val="85000"/>
              </a:lnSpc>
              <a:spcBef>
                <a:spcPts val="0"/>
              </a:spcBef>
              <a:spcAft>
                <a:spcPts val="0"/>
              </a:spcAft>
              <a:buNone/>
              <a:defRPr sz="3000">
                <a:solidFill>
                  <a:schemeClr val="dk1"/>
                </a:solidFill>
              </a:defRPr>
            </a:lvl7pPr>
            <a:lvl8pPr lvl="7">
              <a:lnSpc>
                <a:spcPct val="85000"/>
              </a:lnSpc>
              <a:spcBef>
                <a:spcPts val="0"/>
              </a:spcBef>
              <a:spcAft>
                <a:spcPts val="0"/>
              </a:spcAft>
              <a:buNone/>
              <a:defRPr sz="3000">
                <a:solidFill>
                  <a:schemeClr val="dk1"/>
                </a:solidFill>
              </a:defRPr>
            </a:lvl8pPr>
            <a:lvl9pPr lvl="8">
              <a:lnSpc>
                <a:spcPct val="85000"/>
              </a:lnSpc>
              <a:spcBef>
                <a:spcPts val="0"/>
              </a:spcBef>
              <a:spcAft>
                <a:spcPts val="0"/>
              </a:spcAft>
              <a:buNone/>
              <a:defRPr sz="3000">
                <a:solidFill>
                  <a:schemeClr val="dk1"/>
                </a:solidFill>
              </a:defRPr>
            </a:lvl9pPr>
          </a:lstStyle>
          <a:p/>
        </p:txBody>
      </p:sp>
      <p:sp>
        <p:nvSpPr>
          <p:cNvPr id="249" name="Google Shape;249;p24"/>
          <p:cNvSpPr txBox="1"/>
          <p:nvPr>
            <p:ph idx="1" type="body"/>
          </p:nvPr>
        </p:nvSpPr>
        <p:spPr>
          <a:xfrm>
            <a:off x="283850" y="2636275"/>
            <a:ext cx="2767200" cy="2046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4">
    <p:bg>
      <p:bgPr>
        <a:solidFill>
          <a:schemeClr val="accent1"/>
        </a:solidFill>
      </p:bgPr>
    </p:bg>
    <p:spTree>
      <p:nvGrpSpPr>
        <p:cNvPr id="250" name="Shape 250"/>
        <p:cNvGrpSpPr/>
        <p:nvPr/>
      </p:nvGrpSpPr>
      <p:grpSpPr>
        <a:xfrm>
          <a:off x="0" y="0"/>
          <a:ext cx="0" cy="0"/>
          <a:chOff x="0" y="0"/>
          <a:chExt cx="0" cy="0"/>
        </a:xfrm>
      </p:grpSpPr>
      <p:sp>
        <p:nvSpPr>
          <p:cNvPr id="251" name="Google Shape;251;p25"/>
          <p:cNvSpPr/>
          <p:nvPr/>
        </p:nvSpPr>
        <p:spPr>
          <a:xfrm>
            <a:off x="5283375" y="285900"/>
            <a:ext cx="3573485" cy="357348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Inter"/>
              <a:ea typeface="Inter"/>
              <a:cs typeface="Inter"/>
              <a:sym typeface="Inter"/>
            </a:endParaRPr>
          </a:p>
        </p:txBody>
      </p:sp>
      <p:sp>
        <p:nvSpPr>
          <p:cNvPr id="252" name="Google Shape;252;p25"/>
          <p:cNvSpPr txBox="1"/>
          <p:nvPr>
            <p:ph type="title"/>
          </p:nvPr>
        </p:nvSpPr>
        <p:spPr>
          <a:xfrm>
            <a:off x="283850" y="224410"/>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253" name="Google Shape;253;p2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4" name="Google Shape;254;p2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5" name="Google Shape;255;p2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6" name="Google Shape;256;p25"/>
          <p:cNvSpPr txBox="1"/>
          <p:nvPr>
            <p:ph idx="4" type="title"/>
          </p:nvPr>
        </p:nvSpPr>
        <p:spPr>
          <a:xfrm>
            <a:off x="288625" y="4778975"/>
            <a:ext cx="4227300" cy="762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600"/>
              <a:buFont typeface="Inter"/>
              <a:buNone/>
              <a:defRPr sz="6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7" name="Shape 257"/>
        <p:cNvGrpSpPr/>
        <p:nvPr/>
      </p:nvGrpSpPr>
      <p:grpSpPr>
        <a:xfrm>
          <a:off x="0" y="0"/>
          <a:ext cx="0" cy="0"/>
          <a:chOff x="0" y="0"/>
          <a:chExt cx="0" cy="0"/>
        </a:xfrm>
      </p:grpSpPr>
      <p:sp>
        <p:nvSpPr>
          <p:cNvPr id="258" name="Google Shape;258;p26"/>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59" name="Google Shape;259;p2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60" name="Shape 260"/>
        <p:cNvGrpSpPr/>
        <p:nvPr/>
      </p:nvGrpSpPr>
      <p:grpSpPr>
        <a:xfrm>
          <a:off x="0" y="0"/>
          <a:ext cx="0" cy="0"/>
          <a:chOff x="0" y="0"/>
          <a:chExt cx="0" cy="0"/>
        </a:xfrm>
      </p:grpSpPr>
      <p:sp>
        <p:nvSpPr>
          <p:cNvPr id="261" name="Google Shape;261;p27"/>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62" name="Shape 262"/>
        <p:cNvGrpSpPr/>
        <p:nvPr/>
      </p:nvGrpSpPr>
      <p:grpSpPr>
        <a:xfrm>
          <a:off x="0" y="0"/>
          <a:ext cx="0" cy="0"/>
          <a:chOff x="0" y="0"/>
          <a:chExt cx="0" cy="0"/>
        </a:xfrm>
      </p:grpSpPr>
      <p:sp>
        <p:nvSpPr>
          <p:cNvPr id="263" name="Google Shape;263;p28"/>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65" name="Shape 265"/>
        <p:cNvGrpSpPr/>
        <p:nvPr/>
      </p:nvGrpSpPr>
      <p:grpSpPr>
        <a:xfrm>
          <a:off x="0" y="0"/>
          <a:ext cx="0" cy="0"/>
          <a:chOff x="0" y="0"/>
          <a:chExt cx="0" cy="0"/>
        </a:xfrm>
      </p:grpSpPr>
      <p:sp>
        <p:nvSpPr>
          <p:cNvPr id="266" name="Google Shape;266;p29"/>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2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8" name="Google Shape;268;p29"/>
          <p:cNvSpPr txBox="1"/>
          <p:nvPr>
            <p:ph idx="2" type="body"/>
          </p:nvPr>
        </p:nvSpPr>
        <p:spPr>
          <a:xfrm>
            <a:off x="4832400" y="1152475"/>
            <a:ext cx="3999900" cy="3416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9" name="Shape 269"/>
        <p:cNvGrpSpPr/>
        <p:nvPr/>
      </p:nvGrpSpPr>
      <p:grpSpPr>
        <a:xfrm>
          <a:off x="0" y="0"/>
          <a:ext cx="0" cy="0"/>
          <a:chOff x="0" y="0"/>
          <a:chExt cx="0" cy="0"/>
        </a:xfrm>
      </p:grpSpPr>
      <p:sp>
        <p:nvSpPr>
          <p:cNvPr id="270" name="Google Shape;270;p30"/>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71" name="Shape 271"/>
        <p:cNvGrpSpPr/>
        <p:nvPr/>
      </p:nvGrpSpPr>
      <p:grpSpPr>
        <a:xfrm>
          <a:off x="0" y="0"/>
          <a:ext cx="0" cy="0"/>
          <a:chOff x="0" y="0"/>
          <a:chExt cx="0" cy="0"/>
        </a:xfrm>
      </p:grpSpPr>
      <p:sp>
        <p:nvSpPr>
          <p:cNvPr id="272" name="Google Shape;272;p31"/>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73" name="Google Shape;273;p3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74" name="Shape 274"/>
        <p:cNvGrpSpPr/>
        <p:nvPr/>
      </p:nvGrpSpPr>
      <p:grpSpPr>
        <a:xfrm>
          <a:off x="0" y="0"/>
          <a:ext cx="0" cy="0"/>
          <a:chOff x="0" y="0"/>
          <a:chExt cx="0" cy="0"/>
        </a:xfrm>
      </p:grpSpPr>
      <p:sp>
        <p:nvSpPr>
          <p:cNvPr id="275" name="Google Shape;275;p32"/>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76" name="Shape 276"/>
        <p:cNvGrpSpPr/>
        <p:nvPr/>
      </p:nvGrpSpPr>
      <p:grpSpPr>
        <a:xfrm>
          <a:off x="0" y="0"/>
          <a:ext cx="0" cy="0"/>
          <a:chOff x="0" y="0"/>
          <a:chExt cx="0" cy="0"/>
        </a:xfrm>
      </p:grpSpPr>
      <p:sp>
        <p:nvSpPr>
          <p:cNvPr id="277" name="Google Shape;277;p33"/>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78" name="Google Shape;278;p3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79" name="Google Shape;279;p3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80" name="Shape 280"/>
        <p:cNvGrpSpPr/>
        <p:nvPr/>
      </p:nvGrpSpPr>
      <p:grpSpPr>
        <a:xfrm>
          <a:off x="0" y="0"/>
          <a:ext cx="0" cy="0"/>
          <a:chOff x="0" y="0"/>
          <a:chExt cx="0" cy="0"/>
        </a:xfrm>
      </p:grpSpPr>
      <p:sp>
        <p:nvSpPr>
          <p:cNvPr id="281" name="Google Shape;281;p3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82" name="Shape 282"/>
        <p:cNvGrpSpPr/>
        <p:nvPr/>
      </p:nvGrpSpPr>
      <p:grpSpPr>
        <a:xfrm>
          <a:off x="0" y="0"/>
          <a:ext cx="0" cy="0"/>
          <a:chOff x="0" y="0"/>
          <a:chExt cx="0" cy="0"/>
        </a:xfrm>
      </p:grpSpPr>
      <p:sp>
        <p:nvSpPr>
          <p:cNvPr id="283" name="Google Shape;283;p35"/>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84" name="Google Shape;284;p3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85" name="Shape 285"/>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86" name="Shape 286"/>
        <p:cNvGrpSpPr/>
        <p:nvPr/>
      </p:nvGrpSpPr>
      <p:grpSpPr>
        <a:xfrm>
          <a:off x="0" y="0"/>
          <a:ext cx="0" cy="0"/>
          <a:chOff x="0" y="0"/>
          <a:chExt cx="0" cy="0"/>
        </a:xfrm>
      </p:grpSpPr>
      <p:sp>
        <p:nvSpPr>
          <p:cNvPr id="287" name="Google Shape;287;p37"/>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8" name="Google Shape;288;p3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9" name="Google Shape;289;p3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0" name="Google Shape;290;p3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1" name="Google Shape;291;p3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2" name="Google Shape;292;p3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3" name="Google Shape;293;p3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94" name="Shape 294"/>
        <p:cNvGrpSpPr/>
        <p:nvPr/>
      </p:nvGrpSpPr>
      <p:grpSpPr>
        <a:xfrm>
          <a:off x="0" y="0"/>
          <a:ext cx="0" cy="0"/>
          <a:chOff x="0" y="0"/>
          <a:chExt cx="0" cy="0"/>
        </a:xfrm>
      </p:grpSpPr>
      <p:sp>
        <p:nvSpPr>
          <p:cNvPr id="295" name="Google Shape;295;p38"/>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6" name="Google Shape;296;p38"/>
          <p:cNvSpPr txBox="1"/>
          <p:nvPr>
            <p:ph idx="1" type="body"/>
          </p:nvPr>
        </p:nvSpPr>
        <p:spPr>
          <a:xfrm>
            <a:off x="311700" y="1152475"/>
            <a:ext cx="4473900" cy="34164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7" name="Google Shape;297;p3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98" name="Shape 298"/>
        <p:cNvGrpSpPr/>
        <p:nvPr/>
      </p:nvGrpSpPr>
      <p:grpSpPr>
        <a:xfrm>
          <a:off x="0" y="0"/>
          <a:ext cx="0" cy="0"/>
          <a:chOff x="0" y="0"/>
          <a:chExt cx="0" cy="0"/>
        </a:xfrm>
      </p:grpSpPr>
      <p:sp>
        <p:nvSpPr>
          <p:cNvPr id="299" name="Google Shape;299;p39"/>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00" name="Google Shape;300;p39"/>
          <p:cNvSpPr txBox="1"/>
          <p:nvPr>
            <p:ph idx="1" type="body"/>
          </p:nvPr>
        </p:nvSpPr>
        <p:spPr>
          <a:xfrm>
            <a:off x="483150" y="2237788"/>
            <a:ext cx="36198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1" name="Google Shape;301;p3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2" name="Google Shape;302;p3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3" name="Google Shape;303;p3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04" name="Shape 304"/>
        <p:cNvGrpSpPr/>
        <p:nvPr/>
      </p:nvGrpSpPr>
      <p:grpSpPr>
        <a:xfrm>
          <a:off x="0" y="0"/>
          <a:ext cx="0" cy="0"/>
          <a:chOff x="0" y="0"/>
          <a:chExt cx="0" cy="0"/>
        </a:xfrm>
      </p:grpSpPr>
      <p:sp>
        <p:nvSpPr>
          <p:cNvPr id="305" name="Google Shape;305;p40"/>
          <p:cNvSpPr txBox="1"/>
          <p:nvPr>
            <p:ph idx="1" type="body"/>
          </p:nvPr>
        </p:nvSpPr>
        <p:spPr>
          <a:xfrm>
            <a:off x="483175" y="2417500"/>
            <a:ext cx="24555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6" name="Google Shape;306;p4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7" name="Google Shape;307;p40"/>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08" name="Google Shape;308;p4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9" name="Google Shape;309;p4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0" name="Google Shape;310;p4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1" name="Google Shape;311;p4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12" name="Shape 312"/>
        <p:cNvGrpSpPr/>
        <p:nvPr/>
      </p:nvGrpSpPr>
      <p:grpSpPr>
        <a:xfrm>
          <a:off x="0" y="0"/>
          <a:ext cx="0" cy="0"/>
          <a:chOff x="0" y="0"/>
          <a:chExt cx="0" cy="0"/>
        </a:xfrm>
      </p:grpSpPr>
      <p:sp>
        <p:nvSpPr>
          <p:cNvPr id="313" name="Google Shape;313;p41"/>
          <p:cNvSpPr txBox="1"/>
          <p:nvPr>
            <p:ph idx="1" type="body"/>
          </p:nvPr>
        </p:nvSpPr>
        <p:spPr>
          <a:xfrm>
            <a:off x="366725" y="1759093"/>
            <a:ext cx="3838500" cy="11385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4" name="Google Shape;314;p4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5" name="Google Shape;315;p4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6" name="Google Shape;316;p4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7" name="Google Shape;317;p41"/>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18" name="Google Shape;318;p4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9" name="Google Shape;319;p4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0" name="Google Shape;320;p4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1" name="Google Shape;321;p4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22" name="Shape 322"/>
        <p:cNvGrpSpPr/>
        <p:nvPr/>
      </p:nvGrpSpPr>
      <p:grpSpPr>
        <a:xfrm>
          <a:off x="0" y="0"/>
          <a:ext cx="0" cy="0"/>
          <a:chOff x="0" y="0"/>
          <a:chExt cx="0" cy="0"/>
        </a:xfrm>
      </p:grpSpPr>
      <p:sp>
        <p:nvSpPr>
          <p:cNvPr id="323" name="Google Shape;323;p42"/>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4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25" name="Shape 325"/>
        <p:cNvGrpSpPr/>
        <p:nvPr/>
      </p:nvGrpSpPr>
      <p:grpSpPr>
        <a:xfrm>
          <a:off x="0" y="0"/>
          <a:ext cx="0" cy="0"/>
          <a:chOff x="0" y="0"/>
          <a:chExt cx="0" cy="0"/>
        </a:xfrm>
      </p:grpSpPr>
      <p:sp>
        <p:nvSpPr>
          <p:cNvPr id="326" name="Google Shape;326;p43"/>
          <p:cNvSpPr txBox="1"/>
          <p:nvPr>
            <p:ph idx="1" type="body"/>
          </p:nvPr>
        </p:nvSpPr>
        <p:spPr>
          <a:xfrm>
            <a:off x="311700" y="4080225"/>
            <a:ext cx="4027500" cy="9261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7" name="Google Shape;327;p43"/>
          <p:cNvSpPr/>
          <p:nvPr>
            <p:ph idx="2" type="pic"/>
          </p:nvPr>
        </p:nvSpPr>
        <p:spPr>
          <a:xfrm>
            <a:off x="4804825" y="1133300"/>
            <a:ext cx="4027500" cy="2392800"/>
          </a:xfrm>
          <a:prstGeom prst="rect">
            <a:avLst/>
          </a:prstGeom>
          <a:noFill/>
          <a:ln>
            <a:noFill/>
          </a:ln>
        </p:spPr>
      </p:sp>
      <p:sp>
        <p:nvSpPr>
          <p:cNvPr id="328" name="Google Shape;328;p43"/>
          <p:cNvSpPr/>
          <p:nvPr>
            <p:ph idx="3" type="pic"/>
          </p:nvPr>
        </p:nvSpPr>
        <p:spPr>
          <a:xfrm>
            <a:off x="311725" y="1133300"/>
            <a:ext cx="4027500" cy="2392800"/>
          </a:xfrm>
          <a:prstGeom prst="rect">
            <a:avLst/>
          </a:prstGeom>
          <a:noFill/>
          <a:ln>
            <a:noFill/>
          </a:ln>
        </p:spPr>
      </p:sp>
      <p:sp>
        <p:nvSpPr>
          <p:cNvPr id="329" name="Google Shape;329;p4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0" name="Google Shape;330;p43"/>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1" name="Google Shape;331;p4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2" name="Google Shape;332;p4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33" name="Shape 333"/>
        <p:cNvGrpSpPr/>
        <p:nvPr/>
      </p:nvGrpSpPr>
      <p:grpSpPr>
        <a:xfrm>
          <a:off x="0" y="0"/>
          <a:ext cx="0" cy="0"/>
          <a:chOff x="0" y="0"/>
          <a:chExt cx="0" cy="0"/>
        </a:xfrm>
      </p:grpSpPr>
      <p:sp>
        <p:nvSpPr>
          <p:cNvPr id="334" name="Google Shape;334;p44"/>
          <p:cNvSpPr txBox="1"/>
          <p:nvPr>
            <p:ph idx="1" type="body"/>
          </p:nvPr>
        </p:nvSpPr>
        <p:spPr>
          <a:xfrm>
            <a:off x="311700" y="3911700"/>
            <a:ext cx="2627100" cy="10185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5" name="Google Shape;335;p44"/>
          <p:cNvSpPr/>
          <p:nvPr>
            <p:ph idx="2" type="pic"/>
          </p:nvPr>
        </p:nvSpPr>
        <p:spPr>
          <a:xfrm>
            <a:off x="6205225" y="1128325"/>
            <a:ext cx="2627100" cy="2273100"/>
          </a:xfrm>
          <a:prstGeom prst="rect">
            <a:avLst/>
          </a:prstGeom>
          <a:noFill/>
          <a:ln>
            <a:noFill/>
          </a:ln>
        </p:spPr>
      </p:sp>
      <p:sp>
        <p:nvSpPr>
          <p:cNvPr id="336" name="Google Shape;336;p44"/>
          <p:cNvSpPr/>
          <p:nvPr>
            <p:ph idx="3" type="pic"/>
          </p:nvPr>
        </p:nvSpPr>
        <p:spPr>
          <a:xfrm>
            <a:off x="311725" y="1128325"/>
            <a:ext cx="2627100" cy="2273100"/>
          </a:xfrm>
          <a:prstGeom prst="rect">
            <a:avLst/>
          </a:prstGeom>
          <a:noFill/>
          <a:ln>
            <a:noFill/>
          </a:ln>
        </p:spPr>
      </p:sp>
      <p:sp>
        <p:nvSpPr>
          <p:cNvPr id="337" name="Google Shape;337;p4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8" name="Google Shape;338;p44"/>
          <p:cNvSpPr/>
          <p:nvPr>
            <p:ph idx="5" type="pic"/>
          </p:nvPr>
        </p:nvSpPr>
        <p:spPr>
          <a:xfrm>
            <a:off x="3255250" y="1128325"/>
            <a:ext cx="2627100" cy="2273100"/>
          </a:xfrm>
          <a:prstGeom prst="rect">
            <a:avLst/>
          </a:prstGeom>
          <a:noFill/>
          <a:ln>
            <a:noFill/>
          </a:ln>
        </p:spPr>
      </p:sp>
      <p:sp>
        <p:nvSpPr>
          <p:cNvPr id="339" name="Google Shape;339;p4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0" name="Google Shape;340;p44"/>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1" name="Google Shape;341;p4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2" name="Google Shape;342;p4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3" name="Google Shape;343;p4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44" name="Shape 344"/>
        <p:cNvGrpSpPr/>
        <p:nvPr/>
      </p:nvGrpSpPr>
      <p:grpSpPr>
        <a:xfrm>
          <a:off x="0" y="0"/>
          <a:ext cx="0" cy="0"/>
          <a:chOff x="0" y="0"/>
          <a:chExt cx="0" cy="0"/>
        </a:xfrm>
      </p:grpSpPr>
      <p:sp>
        <p:nvSpPr>
          <p:cNvPr id="345" name="Google Shape;345;p4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46" name="Shape 346"/>
        <p:cNvGrpSpPr/>
        <p:nvPr/>
      </p:nvGrpSpPr>
      <p:grpSpPr>
        <a:xfrm>
          <a:off x="0" y="0"/>
          <a:ext cx="0" cy="0"/>
          <a:chOff x="0" y="0"/>
          <a:chExt cx="0" cy="0"/>
        </a:xfrm>
      </p:grpSpPr>
      <p:sp>
        <p:nvSpPr>
          <p:cNvPr id="347" name="Google Shape;347;p46"/>
          <p:cNvSpPr/>
          <p:nvPr>
            <p:ph idx="2" type="pic"/>
          </p:nvPr>
        </p:nvSpPr>
        <p:spPr>
          <a:xfrm>
            <a:off x="3389600" y="118913"/>
            <a:ext cx="1643700" cy="1535100"/>
          </a:xfrm>
          <a:prstGeom prst="rect">
            <a:avLst/>
          </a:prstGeom>
          <a:noFill/>
          <a:ln>
            <a:noFill/>
          </a:ln>
        </p:spPr>
      </p:sp>
      <p:sp>
        <p:nvSpPr>
          <p:cNvPr id="348" name="Google Shape;348;p46"/>
          <p:cNvSpPr/>
          <p:nvPr>
            <p:ph idx="3" type="pic"/>
          </p:nvPr>
        </p:nvSpPr>
        <p:spPr>
          <a:xfrm>
            <a:off x="5195935" y="118913"/>
            <a:ext cx="1643700" cy="1535100"/>
          </a:xfrm>
          <a:prstGeom prst="rect">
            <a:avLst/>
          </a:prstGeom>
          <a:noFill/>
          <a:ln>
            <a:noFill/>
          </a:ln>
        </p:spPr>
      </p:sp>
      <p:sp>
        <p:nvSpPr>
          <p:cNvPr id="349" name="Google Shape;349;p46"/>
          <p:cNvSpPr/>
          <p:nvPr>
            <p:ph idx="4" type="pic"/>
          </p:nvPr>
        </p:nvSpPr>
        <p:spPr>
          <a:xfrm>
            <a:off x="7002270" y="118913"/>
            <a:ext cx="1643700" cy="1535100"/>
          </a:xfrm>
          <a:prstGeom prst="rect">
            <a:avLst/>
          </a:prstGeom>
          <a:noFill/>
          <a:ln>
            <a:noFill/>
          </a:ln>
        </p:spPr>
      </p:sp>
      <p:sp>
        <p:nvSpPr>
          <p:cNvPr id="350" name="Google Shape;350;p46"/>
          <p:cNvSpPr/>
          <p:nvPr>
            <p:ph idx="5" type="pic"/>
          </p:nvPr>
        </p:nvSpPr>
        <p:spPr>
          <a:xfrm>
            <a:off x="3389588" y="1804212"/>
            <a:ext cx="1643700" cy="1535100"/>
          </a:xfrm>
          <a:prstGeom prst="rect">
            <a:avLst/>
          </a:prstGeom>
          <a:noFill/>
          <a:ln>
            <a:noFill/>
          </a:ln>
        </p:spPr>
      </p:sp>
      <p:sp>
        <p:nvSpPr>
          <p:cNvPr id="351" name="Google Shape;351;p46"/>
          <p:cNvSpPr/>
          <p:nvPr>
            <p:ph idx="6" type="pic"/>
          </p:nvPr>
        </p:nvSpPr>
        <p:spPr>
          <a:xfrm>
            <a:off x="5195922" y="1804212"/>
            <a:ext cx="1643700" cy="1535100"/>
          </a:xfrm>
          <a:prstGeom prst="rect">
            <a:avLst/>
          </a:prstGeom>
          <a:noFill/>
          <a:ln>
            <a:noFill/>
          </a:ln>
        </p:spPr>
      </p:sp>
      <p:sp>
        <p:nvSpPr>
          <p:cNvPr id="352" name="Google Shape;352;p46"/>
          <p:cNvSpPr/>
          <p:nvPr>
            <p:ph idx="7" type="pic"/>
          </p:nvPr>
        </p:nvSpPr>
        <p:spPr>
          <a:xfrm>
            <a:off x="7002257" y="1804212"/>
            <a:ext cx="1643700" cy="1535100"/>
          </a:xfrm>
          <a:prstGeom prst="rect">
            <a:avLst/>
          </a:prstGeom>
          <a:noFill/>
          <a:ln>
            <a:noFill/>
          </a:ln>
        </p:spPr>
      </p:sp>
      <p:sp>
        <p:nvSpPr>
          <p:cNvPr id="353" name="Google Shape;353;p46"/>
          <p:cNvSpPr txBox="1"/>
          <p:nvPr>
            <p:ph type="title"/>
          </p:nvPr>
        </p:nvSpPr>
        <p:spPr>
          <a:xfrm>
            <a:off x="351550" y="445025"/>
            <a:ext cx="2596800" cy="1706400"/>
          </a:xfrm>
          <a:prstGeom prst="rect">
            <a:avLst/>
          </a:prstGeom>
        </p:spPr>
        <p:txBody>
          <a:bodyPr anchorCtr="0" anchor="ctr" bIns="0" lIns="0" spcFirstLastPara="1" rIns="0" wrap="square" tIns="0">
            <a:sp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4" name="Google Shape;354;p46"/>
          <p:cNvSpPr/>
          <p:nvPr>
            <p:ph idx="8" type="pic"/>
          </p:nvPr>
        </p:nvSpPr>
        <p:spPr>
          <a:xfrm>
            <a:off x="3389588" y="3489487"/>
            <a:ext cx="1643700" cy="1535100"/>
          </a:xfrm>
          <a:prstGeom prst="rect">
            <a:avLst/>
          </a:prstGeom>
          <a:noFill/>
          <a:ln>
            <a:noFill/>
          </a:ln>
        </p:spPr>
      </p:sp>
      <p:sp>
        <p:nvSpPr>
          <p:cNvPr id="355" name="Google Shape;355;p46"/>
          <p:cNvSpPr/>
          <p:nvPr>
            <p:ph idx="9" type="pic"/>
          </p:nvPr>
        </p:nvSpPr>
        <p:spPr>
          <a:xfrm>
            <a:off x="5195922" y="3489487"/>
            <a:ext cx="1643700" cy="1535100"/>
          </a:xfrm>
          <a:prstGeom prst="rect">
            <a:avLst/>
          </a:prstGeom>
          <a:noFill/>
          <a:ln>
            <a:noFill/>
          </a:ln>
        </p:spPr>
      </p:sp>
      <p:sp>
        <p:nvSpPr>
          <p:cNvPr id="356" name="Google Shape;356;p4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theme" Target="../theme/theme1.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84850" y="1555575"/>
            <a:ext cx="5710500" cy="2861400"/>
          </a:xfrm>
          <a:prstGeom prst="rect">
            <a:avLst/>
          </a:prstGeom>
          <a:noFill/>
          <a:ln>
            <a:noFill/>
          </a:ln>
        </p:spPr>
        <p:txBody>
          <a:bodyPr anchorCtr="0" anchor="t" bIns="0" lIns="0" spcFirstLastPara="1" rIns="0" wrap="square" tIns="0">
            <a:spAutoFit/>
          </a:bodyPr>
          <a:lstStyle>
            <a:lvl1pPr indent="-304800" lvl="0" marL="457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7" name="Google Shape;7;p1"/>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lt1"/>
                </a:solidFill>
                <a:latin typeface="Inter"/>
                <a:ea typeface="Inter"/>
                <a:cs typeface="Inter"/>
                <a:sym typeface="Inter"/>
              </a:defRPr>
            </a:lvl1pPr>
            <a:lvl2pPr lvl="1">
              <a:lnSpc>
                <a:spcPct val="115000"/>
              </a:lnSpc>
              <a:spcBef>
                <a:spcPts val="0"/>
              </a:spcBef>
              <a:spcAft>
                <a:spcPts val="0"/>
              </a:spcAft>
              <a:buNone/>
              <a:defRPr sz="3600">
                <a:solidFill>
                  <a:schemeClr val="lt1"/>
                </a:solidFill>
                <a:latin typeface="Inter"/>
                <a:ea typeface="Inter"/>
                <a:cs typeface="Inter"/>
                <a:sym typeface="Inter"/>
              </a:defRPr>
            </a:lvl2pPr>
            <a:lvl3pPr lvl="2">
              <a:lnSpc>
                <a:spcPct val="115000"/>
              </a:lnSpc>
              <a:spcBef>
                <a:spcPts val="0"/>
              </a:spcBef>
              <a:spcAft>
                <a:spcPts val="0"/>
              </a:spcAft>
              <a:buNone/>
              <a:defRPr sz="3600">
                <a:solidFill>
                  <a:schemeClr val="lt1"/>
                </a:solidFill>
                <a:latin typeface="Inter"/>
                <a:ea typeface="Inter"/>
                <a:cs typeface="Inter"/>
                <a:sym typeface="Inter"/>
              </a:defRPr>
            </a:lvl3pPr>
            <a:lvl4pPr lvl="3">
              <a:lnSpc>
                <a:spcPct val="115000"/>
              </a:lnSpc>
              <a:spcBef>
                <a:spcPts val="0"/>
              </a:spcBef>
              <a:spcAft>
                <a:spcPts val="0"/>
              </a:spcAft>
              <a:buNone/>
              <a:defRPr sz="3600">
                <a:solidFill>
                  <a:schemeClr val="lt1"/>
                </a:solidFill>
                <a:latin typeface="Inter"/>
                <a:ea typeface="Inter"/>
                <a:cs typeface="Inter"/>
                <a:sym typeface="Inter"/>
              </a:defRPr>
            </a:lvl4pPr>
            <a:lvl5pPr lvl="4">
              <a:lnSpc>
                <a:spcPct val="115000"/>
              </a:lnSpc>
              <a:spcBef>
                <a:spcPts val="0"/>
              </a:spcBef>
              <a:spcAft>
                <a:spcPts val="0"/>
              </a:spcAft>
              <a:buNone/>
              <a:defRPr sz="3600">
                <a:solidFill>
                  <a:schemeClr val="lt1"/>
                </a:solidFill>
                <a:latin typeface="Inter"/>
                <a:ea typeface="Inter"/>
                <a:cs typeface="Inter"/>
                <a:sym typeface="Inter"/>
              </a:defRPr>
            </a:lvl5pPr>
            <a:lvl6pPr lvl="5">
              <a:lnSpc>
                <a:spcPct val="115000"/>
              </a:lnSpc>
              <a:spcBef>
                <a:spcPts val="0"/>
              </a:spcBef>
              <a:spcAft>
                <a:spcPts val="0"/>
              </a:spcAft>
              <a:buNone/>
              <a:defRPr sz="3600">
                <a:solidFill>
                  <a:schemeClr val="lt1"/>
                </a:solidFill>
                <a:latin typeface="Inter"/>
                <a:ea typeface="Inter"/>
                <a:cs typeface="Inter"/>
                <a:sym typeface="Inter"/>
              </a:defRPr>
            </a:lvl6pPr>
            <a:lvl7pPr lvl="6">
              <a:lnSpc>
                <a:spcPct val="115000"/>
              </a:lnSpc>
              <a:spcBef>
                <a:spcPts val="0"/>
              </a:spcBef>
              <a:spcAft>
                <a:spcPts val="0"/>
              </a:spcAft>
              <a:buNone/>
              <a:defRPr sz="3600">
                <a:solidFill>
                  <a:schemeClr val="lt1"/>
                </a:solidFill>
                <a:latin typeface="Inter"/>
                <a:ea typeface="Inter"/>
                <a:cs typeface="Inter"/>
                <a:sym typeface="Inter"/>
              </a:defRPr>
            </a:lvl7pPr>
            <a:lvl8pPr lvl="7">
              <a:lnSpc>
                <a:spcPct val="115000"/>
              </a:lnSpc>
              <a:spcBef>
                <a:spcPts val="0"/>
              </a:spcBef>
              <a:spcAft>
                <a:spcPts val="0"/>
              </a:spcAft>
              <a:buNone/>
              <a:defRPr sz="3600">
                <a:solidFill>
                  <a:schemeClr val="lt1"/>
                </a:solidFill>
                <a:latin typeface="Inter"/>
                <a:ea typeface="Inter"/>
                <a:cs typeface="Inter"/>
                <a:sym typeface="Inter"/>
              </a:defRPr>
            </a:lvl8pPr>
            <a:lvl9pPr lvl="8">
              <a:lnSpc>
                <a:spcPct val="115000"/>
              </a:lnSpc>
              <a:spcBef>
                <a:spcPts val="0"/>
              </a:spcBef>
              <a:spcAft>
                <a:spcPts val="0"/>
              </a:spcAft>
              <a:buNone/>
              <a:defRPr sz="3600">
                <a:solidFill>
                  <a:schemeClr val="lt1"/>
                </a:solidFill>
                <a:latin typeface="Inter"/>
                <a:ea typeface="Inter"/>
                <a:cs typeface="Inter"/>
                <a:sym typeface="Inter"/>
              </a:defRPr>
            </a:lvl9pPr>
          </a:lstStyle>
          <a:p/>
        </p:txBody>
      </p:sp>
      <p:sp>
        <p:nvSpPr>
          <p:cNvPr id="8" name="Google Shape;8;p1"/>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lvl="0" algn="r">
              <a:buNone/>
              <a:defRPr sz="600">
                <a:solidFill>
                  <a:schemeClr val="lt1"/>
                </a:solidFill>
                <a:latin typeface="Inter"/>
                <a:ea typeface="Inter"/>
                <a:cs typeface="Inter"/>
                <a:sym typeface="Inter"/>
              </a:defRPr>
            </a:lvl1pPr>
            <a:lvl2pPr lvl="1" algn="r">
              <a:buNone/>
              <a:defRPr sz="600">
                <a:solidFill>
                  <a:schemeClr val="lt1"/>
                </a:solidFill>
                <a:latin typeface="Inter"/>
                <a:ea typeface="Inter"/>
                <a:cs typeface="Inter"/>
                <a:sym typeface="Inter"/>
              </a:defRPr>
            </a:lvl2pPr>
            <a:lvl3pPr lvl="2" algn="r">
              <a:buNone/>
              <a:defRPr sz="600">
                <a:solidFill>
                  <a:schemeClr val="lt1"/>
                </a:solidFill>
                <a:latin typeface="Inter"/>
                <a:ea typeface="Inter"/>
                <a:cs typeface="Inter"/>
                <a:sym typeface="Inter"/>
              </a:defRPr>
            </a:lvl3pPr>
            <a:lvl4pPr lvl="3" algn="r">
              <a:buNone/>
              <a:defRPr sz="600">
                <a:solidFill>
                  <a:schemeClr val="lt1"/>
                </a:solidFill>
                <a:latin typeface="Inter"/>
                <a:ea typeface="Inter"/>
                <a:cs typeface="Inter"/>
                <a:sym typeface="Inter"/>
              </a:defRPr>
            </a:lvl4pPr>
            <a:lvl5pPr lvl="4" algn="r">
              <a:buNone/>
              <a:defRPr sz="600">
                <a:solidFill>
                  <a:schemeClr val="lt1"/>
                </a:solidFill>
                <a:latin typeface="Inter"/>
                <a:ea typeface="Inter"/>
                <a:cs typeface="Inter"/>
                <a:sym typeface="Inter"/>
              </a:defRPr>
            </a:lvl5pPr>
            <a:lvl6pPr lvl="5" algn="r">
              <a:buNone/>
              <a:defRPr sz="600">
                <a:solidFill>
                  <a:schemeClr val="lt1"/>
                </a:solidFill>
                <a:latin typeface="Inter"/>
                <a:ea typeface="Inter"/>
                <a:cs typeface="Inter"/>
                <a:sym typeface="Inter"/>
              </a:defRPr>
            </a:lvl6pPr>
            <a:lvl7pPr lvl="6" algn="r">
              <a:buNone/>
              <a:defRPr sz="600">
                <a:solidFill>
                  <a:schemeClr val="lt1"/>
                </a:solidFill>
                <a:latin typeface="Inter"/>
                <a:ea typeface="Inter"/>
                <a:cs typeface="Inter"/>
                <a:sym typeface="Inter"/>
              </a:defRPr>
            </a:lvl7pPr>
            <a:lvl8pPr lvl="7" algn="r">
              <a:buNone/>
              <a:defRPr sz="600">
                <a:solidFill>
                  <a:schemeClr val="lt1"/>
                </a:solidFill>
                <a:latin typeface="Inter"/>
                <a:ea typeface="Inter"/>
                <a:cs typeface="Inter"/>
                <a:sym typeface="Inter"/>
              </a:defRPr>
            </a:lvl8pPr>
            <a:lvl9pPr lvl="8" algn="r">
              <a:buNone/>
              <a:defRPr sz="600">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ph idx="2" type="title"/>
          </p:nvPr>
        </p:nvSpPr>
        <p:spPr>
          <a:xfrm>
            <a:off x="288625" y="4778975"/>
            <a:ext cx="42273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0" name="Google Shape;10;p1"/>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1" name="Google Shape;11;p1"/>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2" name="Google Shape;12;p1"/>
          <p:cNvSpPr txBox="1"/>
          <p:nvPr>
            <p:ph idx="5" type="body"/>
          </p:nvPr>
        </p:nvSpPr>
        <p:spPr>
          <a:xfrm>
            <a:off x="4239825" y="1398125"/>
            <a:ext cx="3648900" cy="22791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79">
          <p15:clr>
            <a:srgbClr val="E46962"/>
          </p15:clr>
        </p15:guide>
        <p15:guide id="2" pos="179">
          <p15:clr>
            <a:srgbClr val="E46962"/>
          </p15:clr>
        </p15:guide>
        <p15:guide id="3" orient="horz" pos="180">
          <p15:clr>
            <a:srgbClr val="E46962"/>
          </p15:clr>
        </p15:guide>
        <p15:guide id="4" orient="horz" pos="3060">
          <p15:clr>
            <a:srgbClr val="E46962"/>
          </p15:clr>
        </p15:guide>
        <p15:guide id="5" pos="2842">
          <p15:clr>
            <a:srgbClr val="E46962"/>
          </p15:clr>
        </p15:guide>
        <p15:guide id="6" pos="2916">
          <p15:clr>
            <a:srgbClr val="E46962"/>
          </p15:clr>
        </p15:guide>
        <p15:guide id="7" pos="1474">
          <p15:clr>
            <a:srgbClr val="E46962"/>
          </p15:clr>
        </p15:guide>
        <p15:guide id="8" pos="1548">
          <p15:clr>
            <a:srgbClr val="E46962"/>
          </p15:clr>
        </p15:guide>
        <p15:guide id="9" pos="4211">
          <p15:clr>
            <a:srgbClr val="E46962"/>
          </p15:clr>
        </p15:guide>
        <p15:guide id="10" pos="4285">
          <p15:clr>
            <a:srgbClr val="E46962"/>
          </p15:clr>
        </p15:guide>
        <p15:guide id="11" pos="3753">
          <p15:clr>
            <a:srgbClr val="E46962"/>
          </p15:clr>
        </p15:guide>
        <p15:guide id="12" pos="3834">
          <p15:clr>
            <a:srgbClr val="E46962"/>
          </p15:clr>
        </p15:guide>
        <p15:guide id="13" pos="1926">
          <p15:clr>
            <a:srgbClr val="E46962"/>
          </p15:clr>
        </p15:guide>
        <p15:guide id="14" pos="2007">
          <p15:clr>
            <a:srgbClr val="E46962"/>
          </p15:clr>
        </p15:guide>
        <p15:guide id="15" orient="horz" pos="299">
          <p15:clr>
            <a:srgbClr val="E46962"/>
          </p15:clr>
        </p15:guide>
        <p15:guide id="16" orient="horz" pos="2950">
          <p15:clr>
            <a:srgbClr val="E46962"/>
          </p15:clr>
        </p15:guide>
        <p15:guide id="17" orient="horz" pos="907">
          <p15:clr>
            <a:srgbClr val="E46962"/>
          </p15:clr>
        </p15:guide>
        <p15:guide id="18" orient="horz" pos="980">
          <p15:clr>
            <a:srgbClr val="E46962"/>
          </p15:clr>
        </p15:guide>
        <p15:guide id="19" orient="horz" pos="1588">
          <p15:clr>
            <a:srgbClr val="E46962"/>
          </p15:clr>
        </p15:guide>
        <p15:guide id="20" orient="horz" pos="1661">
          <p15:clr>
            <a:srgbClr val="E46962"/>
          </p15:clr>
        </p15:guide>
        <p15:guide id="21" orient="horz" pos="2269">
          <p15:clr>
            <a:srgbClr val="E46962"/>
          </p15:clr>
        </p15:guide>
        <p15:guide id="22" orient="horz" pos="2341">
          <p15:clr>
            <a:srgbClr val="E46962"/>
          </p15:clr>
        </p15:guide>
        <p15:guide id="23" orient="horz" pos="301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cxnSp>
        <p:nvCxnSpPr>
          <p:cNvPr id="361" name="Google Shape;361;p47"/>
          <p:cNvCxnSpPr/>
          <p:nvPr/>
        </p:nvCxnSpPr>
        <p:spPr>
          <a:xfrm>
            <a:off x="283850" y="1467534"/>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362" name="Google Shape;362;p47"/>
          <p:cNvCxnSpPr/>
          <p:nvPr/>
        </p:nvCxnSpPr>
        <p:spPr>
          <a:xfrm>
            <a:off x="283850" y="829634"/>
            <a:ext cx="8573100" cy="0"/>
          </a:xfrm>
          <a:prstGeom prst="straightConnector1">
            <a:avLst/>
          </a:prstGeom>
          <a:noFill/>
          <a:ln cap="flat" cmpd="sng" w="9525">
            <a:solidFill>
              <a:schemeClr val="lt1"/>
            </a:solidFill>
            <a:prstDash val="solid"/>
            <a:round/>
            <a:headEnd len="med" w="med" type="none"/>
            <a:tailEnd len="med" w="med" type="none"/>
          </a:ln>
        </p:spPr>
      </p:cxnSp>
      <p:sp>
        <p:nvSpPr>
          <p:cNvPr id="363" name="Google Shape;363;p4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364" name="Google Shape;364;p47"/>
          <p:cNvSpPr txBox="1"/>
          <p:nvPr>
            <p:ph type="title"/>
          </p:nvPr>
        </p:nvSpPr>
        <p:spPr>
          <a:xfrm>
            <a:off x="283850" y="224410"/>
            <a:ext cx="6683700" cy="1236900"/>
          </a:xfrm>
          <a:prstGeom prst="rect">
            <a:avLst/>
          </a:prstGeom>
        </p:spPr>
        <p:txBody>
          <a:bodyPr anchorCtr="0" anchor="t" bIns="91425" lIns="0" spcFirstLastPara="1" rIns="91425" wrap="square" tIns="91425">
            <a:noAutofit/>
          </a:bodyPr>
          <a:lstStyle/>
          <a:p>
            <a:pPr indent="0" lvl="0" marL="0" rtl="0" algn="l">
              <a:spcBef>
                <a:spcPts val="0"/>
              </a:spcBef>
              <a:spcAft>
                <a:spcPts val="0"/>
              </a:spcAft>
              <a:buClr>
                <a:schemeClr val="lt1"/>
              </a:buClr>
              <a:buSzPts val="1100"/>
              <a:buFont typeface="Arial"/>
              <a:buNone/>
            </a:pPr>
            <a:r>
              <a:rPr lang="en" sz="4900"/>
              <a:t>ISTE 240</a:t>
            </a:r>
            <a:endParaRPr sz="4900"/>
          </a:p>
          <a:p>
            <a:pPr indent="0" lvl="0" marL="0" rtl="0" algn="l">
              <a:spcBef>
                <a:spcPts val="0"/>
              </a:spcBef>
              <a:spcAft>
                <a:spcPts val="0"/>
              </a:spcAft>
              <a:buNone/>
            </a:pPr>
            <a:r>
              <a:t/>
            </a:r>
            <a:endParaRPr sz="2800"/>
          </a:p>
          <a:p>
            <a:pPr indent="0" lvl="0" marL="0" rtl="0" algn="ctr">
              <a:spcBef>
                <a:spcPts val="0"/>
              </a:spcBef>
              <a:spcAft>
                <a:spcPts val="0"/>
              </a:spcAft>
              <a:buNone/>
            </a:pPr>
            <a:r>
              <a:rPr lang="en" sz="3300"/>
              <a:t>Web and Mobile II (Spring 2026)</a:t>
            </a:r>
            <a:endParaRPr sz="3300"/>
          </a:p>
        </p:txBody>
      </p:sp>
      <p:cxnSp>
        <p:nvCxnSpPr>
          <p:cNvPr id="365" name="Google Shape;365;p47"/>
          <p:cNvCxnSpPr/>
          <p:nvPr/>
        </p:nvCxnSpPr>
        <p:spPr>
          <a:xfrm>
            <a:off x="283850" y="4683734"/>
            <a:ext cx="8573100" cy="0"/>
          </a:xfrm>
          <a:prstGeom prst="straightConnector1">
            <a:avLst/>
          </a:prstGeom>
          <a:noFill/>
          <a:ln cap="flat" cmpd="sng" w="9525">
            <a:solidFill>
              <a:schemeClr val="lt1"/>
            </a:solidFill>
            <a:prstDash val="solid"/>
            <a:round/>
            <a:headEnd len="med" w="med" type="none"/>
            <a:tailEnd len="med" w="med" type="none"/>
          </a:ln>
        </p:spPr>
      </p:cxnSp>
      <p:sp>
        <p:nvSpPr>
          <p:cNvPr id="366" name="Google Shape;366;p47"/>
          <p:cNvSpPr txBox="1"/>
          <p:nvPr/>
        </p:nvSpPr>
        <p:spPr>
          <a:xfrm>
            <a:off x="83275" y="1686963"/>
            <a:ext cx="8638500" cy="277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700">
                <a:solidFill>
                  <a:schemeClr val="lt1"/>
                </a:solidFill>
                <a:latin typeface="Inter"/>
                <a:ea typeface="Inter"/>
                <a:cs typeface="Inter"/>
                <a:sym typeface="Inter"/>
              </a:rPr>
              <a:t>EventHub</a:t>
            </a:r>
            <a:endParaRPr b="1" sz="3700">
              <a:solidFill>
                <a:schemeClr val="lt1"/>
              </a:solidFill>
              <a:latin typeface="Inter"/>
              <a:ea typeface="Inter"/>
              <a:cs typeface="Inter"/>
              <a:sym typeface="Inter"/>
            </a:endParaRPr>
          </a:p>
          <a:p>
            <a:pPr indent="0" lvl="0" marL="0" rtl="0" algn="l">
              <a:spcBef>
                <a:spcPts val="0"/>
              </a:spcBef>
              <a:spcAft>
                <a:spcPts val="0"/>
              </a:spcAft>
              <a:buNone/>
            </a:pPr>
            <a:r>
              <a:rPr b="1" lang="en" sz="2400">
                <a:solidFill>
                  <a:schemeClr val="lt1"/>
                </a:solidFill>
                <a:latin typeface="Inter"/>
                <a:ea typeface="Inter"/>
                <a:cs typeface="Inter"/>
                <a:sym typeface="Inter"/>
              </a:rPr>
              <a:t>A Dynamic Events Management System</a:t>
            </a:r>
            <a:endParaRPr b="1" sz="2400">
              <a:solidFill>
                <a:schemeClr val="lt1"/>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8"/>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372" name="Google Shape;372;p48"/>
          <p:cNvGraphicFramePr/>
          <p:nvPr/>
        </p:nvGraphicFramePr>
        <p:xfrm>
          <a:off x="892575" y="1523100"/>
          <a:ext cx="3000000" cy="3000000"/>
        </p:xfrm>
        <a:graphic>
          <a:graphicData uri="http://schemas.openxmlformats.org/drawingml/2006/table">
            <a:tbl>
              <a:tblPr>
                <a:noFill/>
                <a:tableStyleId>{F0E6107C-A905-4A21-9225-2C8527E1D919}</a:tableStyleId>
              </a:tblPr>
              <a:tblGrid>
                <a:gridCol w="3619500"/>
                <a:gridCol w="3619500"/>
              </a:tblGrid>
              <a:tr h="381000">
                <a:tc gridSpan="2">
                  <a:txBody>
                    <a:bodyPr/>
                    <a:lstStyle/>
                    <a:p>
                      <a:pPr indent="0" lvl="0" marL="0" rtl="0" algn="ctr">
                        <a:spcBef>
                          <a:spcPts val="0"/>
                        </a:spcBef>
                        <a:spcAft>
                          <a:spcPts val="0"/>
                        </a:spcAft>
                        <a:buNone/>
                      </a:pPr>
                      <a:r>
                        <a:rPr b="1" lang="en" sz="3000"/>
                        <a:t>Team Members</a:t>
                      </a:r>
                      <a:endParaRPr b="1" sz="3000"/>
                    </a:p>
                  </a:txBody>
                  <a:tcPr marT="91425" marB="91425" marR="91425" marL="91425"/>
                </a:tc>
                <a:tc hMerge="1"/>
              </a:tr>
              <a:tr h="381000">
                <a:tc>
                  <a:txBody>
                    <a:bodyPr/>
                    <a:lstStyle/>
                    <a:p>
                      <a:pPr indent="0" lvl="0" marL="0" rtl="0" algn="ctr">
                        <a:spcBef>
                          <a:spcPts val="0"/>
                        </a:spcBef>
                        <a:spcAft>
                          <a:spcPts val="0"/>
                        </a:spcAft>
                        <a:buNone/>
                      </a:pPr>
                      <a:r>
                        <a:rPr b="1" lang="en" sz="2000"/>
                        <a:t>Name </a:t>
                      </a:r>
                      <a:endParaRPr b="1" sz="2000"/>
                    </a:p>
                  </a:txBody>
                  <a:tcPr marT="91425" marB="91425" marR="91425" marL="91425"/>
                </a:tc>
                <a:tc>
                  <a:txBody>
                    <a:bodyPr/>
                    <a:lstStyle/>
                    <a:p>
                      <a:pPr indent="0" lvl="0" marL="0" rtl="0" algn="ctr">
                        <a:spcBef>
                          <a:spcPts val="0"/>
                        </a:spcBef>
                        <a:spcAft>
                          <a:spcPts val="0"/>
                        </a:spcAft>
                        <a:buNone/>
                      </a:pPr>
                      <a:r>
                        <a:rPr b="1" lang="en" sz="2000"/>
                        <a:t>UID</a:t>
                      </a:r>
                      <a:endParaRPr b="1" sz="2000"/>
                    </a:p>
                  </a:txBody>
                  <a:tcPr marT="91425" marB="91425" marR="91425" marL="91425"/>
                </a:tc>
              </a:tr>
              <a:tr h="381000">
                <a:tc>
                  <a:txBody>
                    <a:bodyPr/>
                    <a:lstStyle/>
                    <a:p>
                      <a:pPr indent="0" lvl="0" marL="0" rtl="0" algn="ctr">
                        <a:spcBef>
                          <a:spcPts val="0"/>
                        </a:spcBef>
                        <a:spcAft>
                          <a:spcPts val="0"/>
                        </a:spcAft>
                        <a:buNone/>
                      </a:pPr>
                      <a:r>
                        <a:rPr b="1" lang="en" sz="2000"/>
                        <a:t>Ali Faisal</a:t>
                      </a:r>
                      <a:endParaRPr b="1" sz="2000"/>
                    </a:p>
                  </a:txBody>
                  <a:tcPr marT="91425" marB="91425" marR="91425" marL="91425"/>
                </a:tc>
                <a:tc>
                  <a:txBody>
                    <a:bodyPr/>
                    <a:lstStyle/>
                    <a:p>
                      <a:pPr indent="0" lvl="0" marL="0" rtl="0" algn="ctr">
                        <a:spcBef>
                          <a:spcPts val="0"/>
                        </a:spcBef>
                        <a:spcAft>
                          <a:spcPts val="0"/>
                        </a:spcAft>
                        <a:buNone/>
                      </a:pPr>
                      <a:r>
                        <a:rPr b="1" lang="en" sz="2000"/>
                        <a:t>415002117</a:t>
                      </a:r>
                      <a:endParaRPr b="1" sz="2000"/>
                    </a:p>
                  </a:txBody>
                  <a:tcPr marT="91425" marB="91425" marR="91425" marL="91425"/>
                </a:tc>
              </a:tr>
              <a:tr h="381000">
                <a:tc>
                  <a:txBody>
                    <a:bodyPr/>
                    <a:lstStyle/>
                    <a:p>
                      <a:pPr indent="0" lvl="0" marL="0" rtl="0" algn="ctr">
                        <a:spcBef>
                          <a:spcPts val="0"/>
                        </a:spcBef>
                        <a:spcAft>
                          <a:spcPts val="0"/>
                        </a:spcAft>
                        <a:buNone/>
                      </a:pPr>
                      <a:r>
                        <a:rPr b="1" lang="en" sz="2000"/>
                        <a:t>Syed Rayan</a:t>
                      </a:r>
                      <a:endParaRPr b="1" sz="2000"/>
                    </a:p>
                  </a:txBody>
                  <a:tcPr marT="91425" marB="91425" marR="91425" marL="91425"/>
                </a:tc>
                <a:tc>
                  <a:txBody>
                    <a:bodyPr/>
                    <a:lstStyle/>
                    <a:p>
                      <a:pPr indent="0" lvl="0" marL="0" rtl="0" algn="ctr">
                        <a:spcBef>
                          <a:spcPts val="0"/>
                        </a:spcBef>
                        <a:spcAft>
                          <a:spcPts val="0"/>
                        </a:spcAft>
                        <a:buNone/>
                      </a:pPr>
                      <a:r>
                        <a:rPr b="1" lang="en" sz="2000">
                          <a:solidFill>
                            <a:schemeClr val="lt1"/>
                          </a:solidFill>
                        </a:rPr>
                        <a:t>764000072</a:t>
                      </a:r>
                      <a:endParaRPr b="1" sz="1600"/>
                    </a:p>
                  </a:txBody>
                  <a:tcPr marT="91425" marB="91425" marR="91425" marL="91425"/>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9"/>
          <p:cNvSpPr txBox="1"/>
          <p:nvPr>
            <p:ph type="title"/>
          </p:nvPr>
        </p:nvSpPr>
        <p:spPr>
          <a:xfrm>
            <a:off x="284850" y="474875"/>
            <a:ext cx="4227300" cy="115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Project overview</a:t>
            </a:r>
            <a:endParaRPr/>
          </a:p>
        </p:txBody>
      </p:sp>
      <p:sp>
        <p:nvSpPr>
          <p:cNvPr id="378" name="Google Shape;378;p4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379" name="Google Shape;379;p49"/>
          <p:cNvSpPr/>
          <p:nvPr/>
        </p:nvSpPr>
        <p:spPr>
          <a:xfrm rot="5400000">
            <a:off x="3852735" y="951709"/>
            <a:ext cx="659347" cy="659347"/>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cxnSp>
        <p:nvCxnSpPr>
          <p:cNvPr id="380" name="Google Shape;380;p49"/>
          <p:cNvCxnSpPr/>
          <p:nvPr/>
        </p:nvCxnSpPr>
        <p:spPr>
          <a:xfrm>
            <a:off x="283850" y="289571"/>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381" name="Google Shape;381;p49"/>
          <p:cNvCxnSpPr/>
          <p:nvPr/>
        </p:nvCxnSpPr>
        <p:spPr>
          <a:xfrm>
            <a:off x="283850" y="1751842"/>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382" name="Google Shape;382;p49"/>
          <p:cNvCxnSpPr/>
          <p:nvPr/>
        </p:nvCxnSpPr>
        <p:spPr>
          <a:xfrm>
            <a:off x="283850" y="3217783"/>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383" name="Google Shape;383;p49"/>
          <p:cNvCxnSpPr/>
          <p:nvPr/>
        </p:nvCxnSpPr>
        <p:spPr>
          <a:xfrm>
            <a:off x="225525" y="4195334"/>
            <a:ext cx="8573100" cy="0"/>
          </a:xfrm>
          <a:prstGeom prst="straightConnector1">
            <a:avLst/>
          </a:prstGeom>
          <a:noFill/>
          <a:ln cap="flat" cmpd="sng" w="9525">
            <a:solidFill>
              <a:schemeClr val="lt1"/>
            </a:solidFill>
            <a:prstDash val="solid"/>
            <a:round/>
            <a:headEnd len="med" w="med" type="none"/>
            <a:tailEnd len="med" w="med" type="none"/>
          </a:ln>
        </p:spPr>
      </p:cxnSp>
      <p:sp>
        <p:nvSpPr>
          <p:cNvPr id="384" name="Google Shape;384;p49"/>
          <p:cNvSpPr txBox="1"/>
          <p:nvPr/>
        </p:nvSpPr>
        <p:spPr>
          <a:xfrm>
            <a:off x="306700" y="1805000"/>
            <a:ext cx="8673000" cy="14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Inter"/>
                <a:ea typeface="Inter"/>
                <a:cs typeface="Inter"/>
                <a:sym typeface="Inter"/>
              </a:rPr>
              <a:t>The Problem:</a:t>
            </a:r>
            <a:r>
              <a:rPr lang="en" sz="1800">
                <a:solidFill>
                  <a:schemeClr val="lt1"/>
                </a:solidFill>
                <a:latin typeface="Inter"/>
                <a:ea typeface="Inter"/>
                <a:cs typeface="Inter"/>
                <a:sym typeface="Inter"/>
              </a:rPr>
              <a:t> Existing Event Management Tools like personal </a:t>
            </a:r>
            <a:r>
              <a:rPr lang="en" sz="1800">
                <a:solidFill>
                  <a:schemeClr val="lt1"/>
                </a:solidFill>
                <a:latin typeface="Inter"/>
                <a:ea typeface="Inter"/>
                <a:cs typeface="Inter"/>
                <a:sym typeface="Inter"/>
              </a:rPr>
              <a:t>calendars</a:t>
            </a:r>
            <a:r>
              <a:rPr lang="en" sz="1800">
                <a:solidFill>
                  <a:schemeClr val="lt1"/>
                </a:solidFill>
                <a:latin typeface="Inter"/>
                <a:ea typeface="Inter"/>
                <a:cs typeface="Inter"/>
                <a:sym typeface="Inter"/>
              </a:rPr>
              <a:t> ( Google Calander) primarily focus on private scheduling of existing events and dont contain features such as community based events discovery which prevents users to discover and join new events that may be occuring </a:t>
            </a:r>
            <a:endParaRPr sz="1800">
              <a:solidFill>
                <a:schemeClr val="lt1"/>
              </a:solidFill>
              <a:latin typeface="Inter"/>
              <a:ea typeface="Inter"/>
              <a:cs typeface="Inter"/>
              <a:sym typeface="Inter"/>
            </a:endParaRPr>
          </a:p>
        </p:txBody>
      </p:sp>
      <p:sp>
        <p:nvSpPr>
          <p:cNvPr id="385" name="Google Shape;385;p49"/>
          <p:cNvSpPr txBox="1"/>
          <p:nvPr/>
        </p:nvSpPr>
        <p:spPr>
          <a:xfrm>
            <a:off x="329250" y="3217850"/>
            <a:ext cx="8485500" cy="115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chemeClr val="lt1"/>
                </a:solidFill>
              </a:rPr>
              <a:t>The Solution:</a:t>
            </a:r>
            <a:r>
              <a:rPr lang="en" sz="1900">
                <a:solidFill>
                  <a:schemeClr val="lt1"/>
                </a:solidFill>
              </a:rPr>
              <a:t> EventHub - a centralized web-based platform for exploring public events and managing community participation.</a:t>
            </a:r>
            <a:endParaRPr sz="1900">
              <a:solidFill>
                <a:schemeClr val="lt1"/>
              </a:solidFill>
              <a:latin typeface="Inter"/>
              <a:ea typeface="Inter"/>
              <a:cs typeface="Inter"/>
              <a:sym typeface="Inter"/>
            </a:endParaRPr>
          </a:p>
        </p:txBody>
      </p:sp>
      <p:sp>
        <p:nvSpPr>
          <p:cNvPr id="386" name="Google Shape;386;p49"/>
          <p:cNvSpPr txBox="1"/>
          <p:nvPr/>
        </p:nvSpPr>
        <p:spPr>
          <a:xfrm>
            <a:off x="340875" y="4329500"/>
            <a:ext cx="8485500" cy="65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chemeClr val="lt1"/>
                </a:solidFill>
              </a:rPr>
              <a:t>Goal:</a:t>
            </a:r>
            <a:r>
              <a:rPr lang="en" sz="1900">
                <a:solidFill>
                  <a:schemeClr val="lt1"/>
                </a:solidFill>
              </a:rPr>
              <a:t> To move beyond personal schedules into shared, interactive event experiences.</a:t>
            </a:r>
            <a:endParaRPr sz="2000">
              <a:solidFill>
                <a:schemeClr val="lt1"/>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392" name="Google Shape;392;p50"/>
          <p:cNvSpPr txBox="1"/>
          <p:nvPr>
            <p:ph type="title"/>
          </p:nvPr>
        </p:nvSpPr>
        <p:spPr>
          <a:xfrm>
            <a:off x="283850" y="285900"/>
            <a:ext cx="76731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a:t>Project Scope &amp; User Roles</a:t>
            </a:r>
            <a:endParaRPr b="1"/>
          </a:p>
        </p:txBody>
      </p:sp>
      <p:sp>
        <p:nvSpPr>
          <p:cNvPr id="393" name="Google Shape;393;p50"/>
          <p:cNvSpPr txBox="1"/>
          <p:nvPr>
            <p:ph idx="1" type="body"/>
          </p:nvPr>
        </p:nvSpPr>
        <p:spPr>
          <a:xfrm>
            <a:off x="283850" y="2873575"/>
            <a:ext cx="2055000" cy="728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500"/>
              <a:t>Two distinct roles with Role-Based Access Control (RBAC).</a:t>
            </a:r>
            <a:endParaRPr sz="1500"/>
          </a:p>
        </p:txBody>
      </p:sp>
      <p:sp>
        <p:nvSpPr>
          <p:cNvPr id="394" name="Google Shape;394;p50"/>
          <p:cNvSpPr txBox="1"/>
          <p:nvPr>
            <p:ph idx="4" type="body"/>
          </p:nvPr>
        </p:nvSpPr>
        <p:spPr>
          <a:xfrm>
            <a:off x="3501175" y="2801175"/>
            <a:ext cx="2055000" cy="728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 </a:t>
            </a:r>
            <a:r>
              <a:rPr lang="en" sz="1500"/>
              <a:t>Can register, search events, subscribe, and view a personal dashboard.</a:t>
            </a:r>
            <a:endParaRPr sz="1500"/>
          </a:p>
        </p:txBody>
      </p:sp>
      <p:sp>
        <p:nvSpPr>
          <p:cNvPr id="395" name="Google Shape;395;p50"/>
          <p:cNvSpPr txBox="1"/>
          <p:nvPr>
            <p:ph idx="5" type="body"/>
          </p:nvPr>
        </p:nvSpPr>
        <p:spPr>
          <a:xfrm>
            <a:off x="6718500" y="2753550"/>
            <a:ext cx="2054700" cy="728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500"/>
              <a:t>Full CRUD privileges (Create, Update, Delete) for events and user management.</a:t>
            </a:r>
            <a:endParaRPr sz="1500"/>
          </a:p>
        </p:txBody>
      </p:sp>
      <p:sp>
        <p:nvSpPr>
          <p:cNvPr id="396" name="Google Shape;396;p50"/>
          <p:cNvSpPr/>
          <p:nvPr/>
        </p:nvSpPr>
        <p:spPr>
          <a:xfrm>
            <a:off x="225498" y="2135275"/>
            <a:ext cx="1669200" cy="501000"/>
          </a:xfrm>
          <a:prstGeom prst="ellipse">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chemeClr val="dk1"/>
                </a:solidFill>
                <a:latin typeface="Inter"/>
                <a:ea typeface="Inter"/>
                <a:cs typeface="Inter"/>
                <a:sym typeface="Inter"/>
              </a:rPr>
              <a:t>User Roles</a:t>
            </a:r>
            <a:endParaRPr b="1">
              <a:solidFill>
                <a:schemeClr val="dk1"/>
              </a:solidFill>
              <a:latin typeface="Inter"/>
              <a:ea typeface="Inter"/>
              <a:cs typeface="Inter"/>
              <a:sym typeface="Inter"/>
            </a:endParaRPr>
          </a:p>
        </p:txBody>
      </p:sp>
      <p:sp>
        <p:nvSpPr>
          <p:cNvPr id="397" name="Google Shape;397;p50"/>
          <p:cNvSpPr/>
          <p:nvPr/>
        </p:nvSpPr>
        <p:spPr>
          <a:xfrm>
            <a:off x="3561325" y="2135287"/>
            <a:ext cx="1574100" cy="501000"/>
          </a:xfrm>
          <a:prstGeom prst="ellipse">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chemeClr val="dk1"/>
                </a:solidFill>
                <a:latin typeface="Inter"/>
                <a:ea typeface="Inter"/>
                <a:cs typeface="Inter"/>
                <a:sym typeface="Inter"/>
              </a:rPr>
              <a:t>Event Attendees</a:t>
            </a:r>
            <a:endParaRPr b="1">
              <a:solidFill>
                <a:schemeClr val="dk1"/>
              </a:solidFill>
              <a:latin typeface="Inter"/>
              <a:ea typeface="Inter"/>
              <a:cs typeface="Inter"/>
              <a:sym typeface="Inter"/>
            </a:endParaRPr>
          </a:p>
        </p:txBody>
      </p:sp>
      <p:sp>
        <p:nvSpPr>
          <p:cNvPr id="398" name="Google Shape;398;p50"/>
          <p:cNvSpPr/>
          <p:nvPr/>
        </p:nvSpPr>
        <p:spPr>
          <a:xfrm>
            <a:off x="6802050" y="2135263"/>
            <a:ext cx="1887600" cy="501000"/>
          </a:xfrm>
          <a:prstGeom prst="ellipse">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chemeClr val="dk1"/>
                </a:solidFill>
                <a:latin typeface="Inter"/>
                <a:ea typeface="Inter"/>
                <a:cs typeface="Inter"/>
                <a:sym typeface="Inter"/>
              </a:rPr>
              <a:t>Administrators</a:t>
            </a:r>
            <a:endParaRPr b="1">
              <a:solidFill>
                <a:schemeClr val="dk1"/>
              </a:solidFill>
              <a:latin typeface="Inter"/>
              <a:ea typeface="Inter"/>
              <a:cs typeface="Inter"/>
              <a:sym typeface="Inter"/>
            </a:endParaRPr>
          </a:p>
        </p:txBody>
      </p:sp>
      <p:cxnSp>
        <p:nvCxnSpPr>
          <p:cNvPr id="399" name="Google Shape;399;p50"/>
          <p:cNvCxnSpPr/>
          <p:nvPr/>
        </p:nvCxnSpPr>
        <p:spPr>
          <a:xfrm>
            <a:off x="225525" y="1551775"/>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00" name="Google Shape;400;p50"/>
          <p:cNvCxnSpPr/>
          <p:nvPr/>
        </p:nvCxnSpPr>
        <p:spPr>
          <a:xfrm>
            <a:off x="242125" y="4088475"/>
            <a:ext cx="8573100" cy="0"/>
          </a:xfrm>
          <a:prstGeom prst="straightConnector1">
            <a:avLst/>
          </a:prstGeom>
          <a:noFill/>
          <a:ln cap="flat" cmpd="sng" w="9525">
            <a:solidFill>
              <a:schemeClr val="lt1"/>
            </a:solidFill>
            <a:prstDash val="solid"/>
            <a:round/>
            <a:headEnd len="med" w="med" type="none"/>
            <a:tailEnd len="med" w="med" type="none"/>
          </a:ln>
        </p:spPr>
      </p:cxnSp>
      <p:sp>
        <p:nvSpPr>
          <p:cNvPr id="401" name="Google Shape;401;p50"/>
          <p:cNvSpPr txBox="1"/>
          <p:nvPr/>
        </p:nvSpPr>
        <p:spPr>
          <a:xfrm>
            <a:off x="340875" y="4222650"/>
            <a:ext cx="8432400" cy="82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chemeClr val="lt1"/>
                </a:solidFill>
              </a:rPr>
              <a:t>Boundaries:</a:t>
            </a:r>
            <a:r>
              <a:rPr lang="en" sz="1900">
                <a:solidFill>
                  <a:schemeClr val="lt1"/>
                </a:solidFill>
              </a:rPr>
              <a:t> Focusing on core functionality; payment systems are currently out of scope.</a:t>
            </a:r>
            <a:endParaRPr sz="2000">
              <a:solidFill>
                <a:schemeClr val="lt1"/>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51"/>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07" name="Google Shape;407;p51"/>
          <p:cNvSpPr txBox="1"/>
          <p:nvPr>
            <p:ph type="title"/>
          </p:nvPr>
        </p:nvSpPr>
        <p:spPr>
          <a:xfrm>
            <a:off x="630000" y="239375"/>
            <a:ext cx="6423900" cy="4710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b="1" lang="en"/>
              <a:t>Technical Stack</a:t>
            </a:r>
            <a:endParaRPr b="1"/>
          </a:p>
        </p:txBody>
      </p:sp>
      <p:sp>
        <p:nvSpPr>
          <p:cNvPr id="408" name="Google Shape;408;p51"/>
          <p:cNvSpPr txBox="1"/>
          <p:nvPr/>
        </p:nvSpPr>
        <p:spPr>
          <a:xfrm>
            <a:off x="0" y="917525"/>
            <a:ext cx="8002800" cy="386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1"/>
                </a:solidFill>
              </a:rPr>
              <a:t>Architecture:</a:t>
            </a:r>
            <a:r>
              <a:rPr lang="en" sz="1800">
                <a:solidFill>
                  <a:schemeClr val="lt1"/>
                </a:solidFill>
              </a:rPr>
              <a:t> Java Spring Boot following th</a:t>
            </a:r>
            <a:r>
              <a:rPr lang="en" sz="1900">
                <a:solidFill>
                  <a:schemeClr val="lt1"/>
                </a:solidFill>
              </a:rPr>
              <a:t>e MVC Design Pattern.</a:t>
            </a:r>
            <a:endParaRPr sz="1900">
              <a:solidFill>
                <a:schemeClr val="lt1"/>
              </a:solidFill>
            </a:endParaRPr>
          </a:p>
          <a:p>
            <a:pPr indent="0" lvl="0" marL="0" rtl="0" algn="l">
              <a:spcBef>
                <a:spcPts val="0"/>
              </a:spcBef>
              <a:spcAft>
                <a:spcPts val="0"/>
              </a:spcAft>
              <a:buClr>
                <a:schemeClr val="lt1"/>
              </a:buClr>
              <a:buSzPts val="1100"/>
              <a:buFont typeface="Arial"/>
              <a:buNone/>
            </a:pPr>
            <a:r>
              <a:t/>
            </a:r>
            <a:endParaRPr sz="1900">
              <a:solidFill>
                <a:schemeClr val="lt1"/>
              </a:solidFill>
            </a:endParaRPr>
          </a:p>
          <a:p>
            <a:pPr indent="0" lvl="0" marL="0" rtl="0" algn="l">
              <a:spcBef>
                <a:spcPts val="0"/>
              </a:spcBef>
              <a:spcAft>
                <a:spcPts val="0"/>
              </a:spcAft>
              <a:buNone/>
            </a:pPr>
            <a:r>
              <a:rPr b="1" lang="en" sz="1900">
                <a:solidFill>
                  <a:schemeClr val="lt1"/>
                </a:solidFill>
              </a:rPr>
              <a:t>Frontend:</a:t>
            </a:r>
            <a:r>
              <a:rPr lang="en" sz="1900">
                <a:solidFill>
                  <a:schemeClr val="lt1"/>
                </a:solidFill>
              </a:rPr>
              <a:t> Responsive UI using HTML, Mustache templates, and Bootstrap/Tailwind CSS.</a:t>
            </a:r>
            <a:endParaRPr sz="1900">
              <a:solidFill>
                <a:schemeClr val="lt1"/>
              </a:solidFill>
            </a:endParaRPr>
          </a:p>
          <a:p>
            <a:pPr indent="0" lvl="0" marL="0" rtl="0" algn="l">
              <a:spcBef>
                <a:spcPts val="0"/>
              </a:spcBef>
              <a:spcAft>
                <a:spcPts val="0"/>
              </a:spcAft>
              <a:buClr>
                <a:schemeClr val="lt1"/>
              </a:buClr>
              <a:buSzPts val="1100"/>
              <a:buFont typeface="Arial"/>
              <a:buNone/>
            </a:pPr>
            <a:r>
              <a:t/>
            </a:r>
            <a:endParaRPr sz="1900">
              <a:solidFill>
                <a:schemeClr val="lt1"/>
              </a:solidFill>
            </a:endParaRPr>
          </a:p>
          <a:p>
            <a:pPr indent="0" lvl="0" marL="0" rtl="0" algn="l">
              <a:spcBef>
                <a:spcPts val="0"/>
              </a:spcBef>
              <a:spcAft>
                <a:spcPts val="0"/>
              </a:spcAft>
              <a:buNone/>
            </a:pPr>
            <a:r>
              <a:rPr b="1" lang="en" sz="1900">
                <a:solidFill>
                  <a:schemeClr val="lt1"/>
                </a:solidFill>
              </a:rPr>
              <a:t>Backend:</a:t>
            </a:r>
            <a:r>
              <a:rPr lang="en" sz="1900">
                <a:solidFill>
                  <a:schemeClr val="lt1"/>
                </a:solidFill>
              </a:rPr>
              <a:t> Spring Boot with defined Controller, Service, and Repository layers.</a:t>
            </a:r>
            <a:endParaRPr sz="1900">
              <a:solidFill>
                <a:schemeClr val="lt1"/>
              </a:solidFill>
            </a:endParaRPr>
          </a:p>
          <a:p>
            <a:pPr indent="0" lvl="0" marL="0" rtl="0" algn="l">
              <a:spcBef>
                <a:spcPts val="0"/>
              </a:spcBef>
              <a:spcAft>
                <a:spcPts val="0"/>
              </a:spcAft>
              <a:buClr>
                <a:schemeClr val="lt1"/>
              </a:buClr>
              <a:buSzPts val="1100"/>
              <a:buFont typeface="Arial"/>
              <a:buNone/>
            </a:pPr>
            <a:r>
              <a:t/>
            </a:r>
            <a:endParaRPr sz="1900">
              <a:solidFill>
                <a:schemeClr val="lt1"/>
              </a:solidFill>
            </a:endParaRPr>
          </a:p>
          <a:p>
            <a:pPr indent="0" lvl="0" marL="0" rtl="0" algn="l">
              <a:spcBef>
                <a:spcPts val="0"/>
              </a:spcBef>
              <a:spcAft>
                <a:spcPts val="0"/>
              </a:spcAft>
              <a:buNone/>
            </a:pPr>
            <a:r>
              <a:rPr b="1" lang="en" sz="1900">
                <a:solidFill>
                  <a:schemeClr val="lt1"/>
                </a:solidFill>
              </a:rPr>
              <a:t>Database:</a:t>
            </a:r>
            <a:r>
              <a:rPr lang="en" sz="1900">
                <a:solidFill>
                  <a:schemeClr val="lt1"/>
                </a:solidFill>
              </a:rPr>
              <a:t> MySQL for storage of users, events, and subscriptions.</a:t>
            </a:r>
            <a:endParaRPr sz="1900">
              <a:solidFill>
                <a:schemeClr val="lt1"/>
              </a:solidFill>
            </a:endParaRPr>
          </a:p>
          <a:p>
            <a:pPr indent="0" lvl="0" marL="0" rtl="0" algn="l">
              <a:spcBef>
                <a:spcPts val="0"/>
              </a:spcBef>
              <a:spcAft>
                <a:spcPts val="0"/>
              </a:spcAft>
              <a:buNone/>
            </a:pPr>
            <a:r>
              <a:t/>
            </a:r>
            <a:endParaRPr sz="2500">
              <a:solidFill>
                <a:schemeClr val="lt1"/>
              </a:solidFill>
            </a:endParaRPr>
          </a:p>
          <a:p>
            <a:pPr indent="0" lvl="0" marL="0" rtl="0" algn="l">
              <a:spcBef>
                <a:spcPts val="0"/>
              </a:spcBef>
              <a:spcAft>
                <a:spcPts val="0"/>
              </a:spcAft>
              <a:buClr>
                <a:schemeClr val="lt1"/>
              </a:buClr>
              <a:buSzPts val="1100"/>
              <a:buFont typeface="Arial"/>
              <a:buNone/>
            </a:pPr>
            <a:r>
              <a:t/>
            </a:r>
            <a:endParaRPr sz="25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cxnSp>
        <p:nvCxnSpPr>
          <p:cNvPr id="413" name="Google Shape;413;p52"/>
          <p:cNvCxnSpPr/>
          <p:nvPr/>
        </p:nvCxnSpPr>
        <p:spPr>
          <a:xfrm rot="10800000">
            <a:off x="-50" y="4682675"/>
            <a:ext cx="9144000" cy="0"/>
          </a:xfrm>
          <a:prstGeom prst="straightConnector1">
            <a:avLst/>
          </a:prstGeom>
          <a:noFill/>
          <a:ln cap="flat" cmpd="sng" w="9525">
            <a:solidFill>
              <a:schemeClr val="dk2"/>
            </a:solidFill>
            <a:prstDash val="solid"/>
            <a:round/>
            <a:headEnd len="med" w="med" type="none"/>
            <a:tailEnd len="med" w="med" type="none"/>
          </a:ln>
        </p:spPr>
      </p:cxnSp>
      <p:sp>
        <p:nvSpPr>
          <p:cNvPr id="414" name="Google Shape;414;p52"/>
          <p:cNvSpPr/>
          <p:nvPr/>
        </p:nvSpPr>
        <p:spPr>
          <a:xfrm>
            <a:off x="284850" y="1555575"/>
            <a:ext cx="1005000" cy="965700"/>
          </a:xfrm>
          <a:prstGeom prst="roundRect">
            <a:avLst>
              <a:gd fmla="val 50000" name="adj"/>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3600">
              <a:solidFill>
                <a:schemeClr val="dk1"/>
              </a:solidFill>
              <a:latin typeface="Inter"/>
              <a:ea typeface="Inter"/>
              <a:cs typeface="Inter"/>
              <a:sym typeface="Inter"/>
            </a:endParaRPr>
          </a:p>
        </p:txBody>
      </p:sp>
      <p:sp>
        <p:nvSpPr>
          <p:cNvPr id="415" name="Google Shape;415;p52"/>
          <p:cNvSpPr/>
          <p:nvPr/>
        </p:nvSpPr>
        <p:spPr>
          <a:xfrm>
            <a:off x="1736388" y="2636275"/>
            <a:ext cx="1005000" cy="965700"/>
          </a:xfrm>
          <a:prstGeom prst="roundRect">
            <a:avLst>
              <a:gd fmla="val 50000" name="adj"/>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3600">
              <a:solidFill>
                <a:schemeClr val="dk1"/>
              </a:solidFill>
              <a:latin typeface="Inter"/>
              <a:ea typeface="Inter"/>
              <a:cs typeface="Inter"/>
              <a:sym typeface="Inter"/>
            </a:endParaRPr>
          </a:p>
        </p:txBody>
      </p:sp>
      <p:sp>
        <p:nvSpPr>
          <p:cNvPr id="416" name="Google Shape;416;p52"/>
          <p:cNvSpPr/>
          <p:nvPr/>
        </p:nvSpPr>
        <p:spPr>
          <a:xfrm>
            <a:off x="3185700" y="3716975"/>
            <a:ext cx="1005000" cy="965700"/>
          </a:xfrm>
          <a:prstGeom prst="roundRect">
            <a:avLst>
              <a:gd fmla="val 50000" name="adj"/>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3600">
              <a:solidFill>
                <a:schemeClr val="dk1"/>
              </a:solidFill>
              <a:latin typeface="Inter"/>
              <a:ea typeface="Inter"/>
              <a:cs typeface="Inter"/>
              <a:sym typeface="Inter"/>
            </a:endParaRPr>
          </a:p>
        </p:txBody>
      </p:sp>
      <p:cxnSp>
        <p:nvCxnSpPr>
          <p:cNvPr id="417" name="Google Shape;417;p52"/>
          <p:cNvCxnSpPr/>
          <p:nvPr/>
        </p:nvCxnSpPr>
        <p:spPr>
          <a:xfrm rot="10800000">
            <a:off x="-50" y="1552075"/>
            <a:ext cx="9144000" cy="0"/>
          </a:xfrm>
          <a:prstGeom prst="straightConnector1">
            <a:avLst/>
          </a:prstGeom>
          <a:noFill/>
          <a:ln cap="flat" cmpd="sng" w="9525">
            <a:solidFill>
              <a:schemeClr val="dk2"/>
            </a:solidFill>
            <a:prstDash val="solid"/>
            <a:round/>
            <a:headEnd len="med" w="med" type="none"/>
            <a:tailEnd len="med" w="med" type="none"/>
          </a:ln>
        </p:spPr>
      </p:cxnSp>
      <p:cxnSp>
        <p:nvCxnSpPr>
          <p:cNvPr id="418" name="Google Shape;418;p52"/>
          <p:cNvCxnSpPr/>
          <p:nvPr/>
        </p:nvCxnSpPr>
        <p:spPr>
          <a:xfrm rot="10800000">
            <a:off x="-50" y="2636275"/>
            <a:ext cx="9144000" cy="0"/>
          </a:xfrm>
          <a:prstGeom prst="straightConnector1">
            <a:avLst/>
          </a:prstGeom>
          <a:noFill/>
          <a:ln cap="flat" cmpd="sng" w="9525">
            <a:solidFill>
              <a:schemeClr val="dk2"/>
            </a:solidFill>
            <a:prstDash val="solid"/>
            <a:round/>
            <a:headEnd len="med" w="med" type="none"/>
            <a:tailEnd len="med" w="med" type="none"/>
          </a:ln>
        </p:spPr>
      </p:cxnSp>
      <p:cxnSp>
        <p:nvCxnSpPr>
          <p:cNvPr id="419" name="Google Shape;419;p52"/>
          <p:cNvCxnSpPr/>
          <p:nvPr/>
        </p:nvCxnSpPr>
        <p:spPr>
          <a:xfrm rot="10800000">
            <a:off x="-50" y="3716975"/>
            <a:ext cx="9144000" cy="0"/>
          </a:xfrm>
          <a:prstGeom prst="straightConnector1">
            <a:avLst/>
          </a:prstGeom>
          <a:noFill/>
          <a:ln cap="flat" cmpd="sng" w="9525">
            <a:solidFill>
              <a:schemeClr val="dk2"/>
            </a:solidFill>
            <a:prstDash val="solid"/>
            <a:round/>
            <a:headEnd len="med" w="med" type="none"/>
            <a:tailEnd len="med" w="med" type="none"/>
          </a:ln>
        </p:spPr>
      </p:cxnSp>
      <p:cxnSp>
        <p:nvCxnSpPr>
          <p:cNvPr id="420" name="Google Shape;420;p52"/>
          <p:cNvCxnSpPr/>
          <p:nvPr/>
        </p:nvCxnSpPr>
        <p:spPr>
          <a:xfrm rot="10800000">
            <a:off x="-50" y="3606550"/>
            <a:ext cx="9144000" cy="0"/>
          </a:xfrm>
          <a:prstGeom prst="straightConnector1">
            <a:avLst/>
          </a:prstGeom>
          <a:noFill/>
          <a:ln cap="flat" cmpd="sng" w="9525">
            <a:solidFill>
              <a:schemeClr val="dk2"/>
            </a:solidFill>
            <a:prstDash val="solid"/>
            <a:round/>
            <a:headEnd len="med" w="med" type="none"/>
            <a:tailEnd len="med" w="med" type="none"/>
          </a:ln>
        </p:spPr>
      </p:cxnSp>
      <p:cxnSp>
        <p:nvCxnSpPr>
          <p:cNvPr id="421" name="Google Shape;421;p52"/>
          <p:cNvCxnSpPr/>
          <p:nvPr/>
        </p:nvCxnSpPr>
        <p:spPr>
          <a:xfrm rot="10800000">
            <a:off x="-50" y="2525850"/>
            <a:ext cx="9144000" cy="0"/>
          </a:xfrm>
          <a:prstGeom prst="straightConnector1">
            <a:avLst/>
          </a:prstGeom>
          <a:noFill/>
          <a:ln cap="flat" cmpd="sng" w="9525">
            <a:solidFill>
              <a:schemeClr val="dk2"/>
            </a:solidFill>
            <a:prstDash val="solid"/>
            <a:round/>
            <a:headEnd len="med" w="med" type="none"/>
            <a:tailEnd len="med" w="med" type="none"/>
          </a:ln>
        </p:spPr>
      </p:cxnSp>
      <p:sp>
        <p:nvSpPr>
          <p:cNvPr id="422" name="Google Shape;422;p52"/>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a:solidFill>
                  <a:schemeClr val="lt1"/>
                </a:solidFill>
              </a:rPr>
              <a:t>01</a:t>
            </a:r>
            <a:endParaRPr>
              <a:solidFill>
                <a:schemeClr val="lt1"/>
              </a:solidFill>
            </a:endParaRPr>
          </a:p>
        </p:txBody>
      </p:sp>
      <p:sp>
        <p:nvSpPr>
          <p:cNvPr id="423" name="Google Shape;423;p52"/>
          <p:cNvSpPr txBox="1"/>
          <p:nvPr>
            <p:ph idx="4" type="body"/>
          </p:nvPr>
        </p:nvSpPr>
        <p:spPr>
          <a:xfrm>
            <a:off x="3187500" y="2635425"/>
            <a:ext cx="4227000" cy="972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sz="1500">
                <a:latin typeface="Arial"/>
                <a:ea typeface="Arial"/>
                <a:cs typeface="Arial"/>
                <a:sym typeface="Arial"/>
              </a:rPr>
              <a:t>Engagement:</a:t>
            </a:r>
            <a:r>
              <a:rPr lang="en" sz="1500">
                <a:latin typeface="Arial"/>
                <a:ea typeface="Arial"/>
                <a:cs typeface="Arial"/>
                <a:sym typeface="Arial"/>
              </a:rPr>
              <a:t> Automated updates and event reminders to improve user interaction.</a:t>
            </a:r>
            <a:endParaRPr sz="1500"/>
          </a:p>
        </p:txBody>
      </p:sp>
      <p:sp>
        <p:nvSpPr>
          <p:cNvPr id="424" name="Google Shape;424;p52"/>
          <p:cNvSpPr txBox="1"/>
          <p:nvPr>
            <p:ph idx="5" type="body"/>
          </p:nvPr>
        </p:nvSpPr>
        <p:spPr>
          <a:xfrm>
            <a:off x="4629750" y="3706771"/>
            <a:ext cx="4227000" cy="972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sz="1500">
                <a:latin typeface="Arial"/>
                <a:ea typeface="Arial"/>
                <a:cs typeface="Arial"/>
                <a:sym typeface="Arial"/>
              </a:rPr>
              <a:t>Expected Outcome:</a:t>
            </a:r>
            <a:r>
              <a:rPr lang="en" sz="1500">
                <a:latin typeface="Arial"/>
                <a:ea typeface="Arial"/>
                <a:cs typeface="Arial"/>
                <a:sym typeface="Arial"/>
              </a:rPr>
              <a:t> A fully functional full-stack application with database-driven dynamic content.</a:t>
            </a:r>
            <a:endParaRPr sz="1500"/>
          </a:p>
        </p:txBody>
      </p:sp>
      <p:sp>
        <p:nvSpPr>
          <p:cNvPr id="425" name="Google Shape;425;p52"/>
          <p:cNvSpPr txBox="1"/>
          <p:nvPr>
            <p:ph type="title"/>
          </p:nvPr>
        </p:nvSpPr>
        <p:spPr>
          <a:xfrm>
            <a:off x="283850" y="285900"/>
            <a:ext cx="5674200" cy="942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Important lessons from similar projects</a:t>
            </a:r>
            <a:endParaRPr/>
          </a:p>
        </p:txBody>
      </p:sp>
      <p:sp>
        <p:nvSpPr>
          <p:cNvPr id="426" name="Google Shape;426;p52"/>
          <p:cNvSpPr txBox="1"/>
          <p:nvPr>
            <p:ph idx="6" type="body"/>
          </p:nvPr>
        </p:nvSpPr>
        <p:spPr>
          <a:xfrm>
            <a:off x="1736400" y="1553875"/>
            <a:ext cx="4227000" cy="972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sz="1500">
                <a:solidFill>
                  <a:srgbClr val="FFFFFF"/>
                </a:solidFill>
                <a:latin typeface="Arial"/>
                <a:ea typeface="Arial"/>
                <a:cs typeface="Arial"/>
                <a:sym typeface="Arial"/>
              </a:rPr>
              <a:t>Interactive Features:</a:t>
            </a:r>
            <a:r>
              <a:rPr lang="en" sz="1500">
                <a:solidFill>
                  <a:srgbClr val="FFFFFF"/>
                </a:solidFill>
                <a:latin typeface="Arial"/>
                <a:ea typeface="Arial"/>
                <a:cs typeface="Arial"/>
                <a:sym typeface="Arial"/>
              </a:rPr>
              <a:t> Secure login, event discovery, and a subscription-based notification system.</a:t>
            </a:r>
            <a:endParaRPr sz="1600">
              <a:solidFill>
                <a:srgbClr val="FFFFFF"/>
              </a:solidFill>
            </a:endParaRPr>
          </a:p>
        </p:txBody>
      </p:sp>
      <p:sp>
        <p:nvSpPr>
          <p:cNvPr id="427" name="Google Shape;427;p52"/>
          <p:cNvSpPr txBox="1"/>
          <p:nvPr>
            <p:ph idx="2" type="subTitle"/>
          </p:nvPr>
        </p:nvSpPr>
        <p:spPr>
          <a:xfrm>
            <a:off x="1736388" y="2636275"/>
            <a:ext cx="1005000" cy="9720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a:t>02</a:t>
            </a:r>
            <a:endParaRPr/>
          </a:p>
        </p:txBody>
      </p:sp>
      <p:sp>
        <p:nvSpPr>
          <p:cNvPr id="428" name="Google Shape;428;p52"/>
          <p:cNvSpPr txBox="1"/>
          <p:nvPr>
            <p:ph idx="1" type="subTitle"/>
          </p:nvPr>
        </p:nvSpPr>
        <p:spPr>
          <a:xfrm>
            <a:off x="3185700" y="3716975"/>
            <a:ext cx="1005000" cy="9720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a:solidFill>
                  <a:schemeClr val="lt1"/>
                </a:solidFill>
              </a:rPr>
              <a:t>03</a:t>
            </a:r>
            <a:endParaRPr>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Project timeline/workflow presentation | Style 2 | Subway">
  <a:themeElements>
    <a:clrScheme name="Simple Light">
      <a:dk1>
        <a:srgbClr val="FAFAFA"/>
      </a:dk1>
      <a:lt1>
        <a:srgbClr val="000000"/>
      </a:lt1>
      <a:dk2>
        <a:srgbClr val="F0EEE2"/>
      </a:dk2>
      <a:lt2>
        <a:srgbClr val="B7B7B7"/>
      </a:lt2>
      <a:accent1>
        <a:srgbClr val="FFDD04"/>
      </a:accent1>
      <a:accent2>
        <a:srgbClr val="FFEE9B"/>
      </a:accent2>
      <a:accent3>
        <a:srgbClr val="2443FF"/>
      </a:accent3>
      <a:accent4>
        <a:srgbClr val="92A1FF"/>
      </a:accent4>
      <a:accent5>
        <a:srgbClr val="F8992B"/>
      </a:accent5>
      <a:accent6>
        <a:srgbClr val="FDCC9C"/>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