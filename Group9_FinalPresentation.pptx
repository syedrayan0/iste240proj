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44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SPRING 2026  ·  FINAL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EventHub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RESTful Event Management Solution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Faisal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415002117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Rayan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764000072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4114800" cy="16002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1527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event discovery, registration, and participation management in a single web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114800" cy="16002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527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N-tier design built on Spring Boot 3.2.4 with RESTful APIs — shifting away from monolithic Mustache templates.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4114800" cy="16002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8036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" y="33558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four core entities: Events, Users, Subscriptions, and Administrators.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114800" cy="16002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8036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3558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persistent platform capable of handling real-time event coordination with full CRUD support.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&amp;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64592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1371600"/>
            <a:ext cx="164592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64592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Subscriptions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1965960"/>
            <a:ext cx="164592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Administrators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4206240" cy="132588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663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gathering, ERD design, and initial UI prototyping using Mustache templates.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206240" cy="132588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907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663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337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persistence, MySQL migration, REST controllers, Bootstrap frontend with Fetch API.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Decoupled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6949440" cy="621792"/>
          </a:xfrm>
          <a:prstGeom prst="rect">
            <a:avLst/>
          </a:prstGeom>
          <a:solidFill>
            <a:srgbClr val="1D6A8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2435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/ Bootstrap  ·  Async Fetch API Requests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810512"/>
            <a:ext cx="0" cy="128016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38528"/>
            <a:ext cx="694944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9933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/ CONTROLLER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25856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classes  ·  HTTP → JSON Mapping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2560320"/>
            <a:ext cx="0" cy="128016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688336"/>
            <a:ext cx="694944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7432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00837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 classes  ·  Business &amp; Transactional Logic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3310128"/>
            <a:ext cx="0" cy="128016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438144"/>
            <a:ext cx="6949440" cy="621792"/>
          </a:xfrm>
          <a:prstGeom prst="rect">
            <a:avLst/>
          </a:prstGeom>
          <a:solidFill>
            <a:srgbClr val="155E7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4930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ACCESS LAYER (JPA)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7581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 Interfaces  ·  JPQL &amp; ORM Mapping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4059936"/>
            <a:ext cx="0" cy="128016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187952"/>
            <a:ext cx="6949440" cy="621792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2428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 LAYER (MySQL)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5079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iste240 Database Schema  ·  Relational Data Storage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CRUD Operations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7512" y="140817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REST controllers for all four entities — create, read, update, and delete via HTTP methods.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00584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1091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MySQL Storage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10912" y="140817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with Hibernate ensures data survives restarts. Auto-seeded via DataLoader class.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9456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JPQL Filtering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" y="25968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search using SQL LIKE via JPQL — find events by title or administrators by department.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19456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Fetch Interface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25968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decoupled frontend updates DOM in real-time without page reloads using ES6 Fetch API.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8328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Transactional Integrity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" y="37856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and @Modifying annotations protect concurrent updates between User &amp; Subscription tables.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38328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38328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10912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Bootstrap UI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10912" y="37856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with cards, toasts, loading states, and striped tables — mobile-compatible throughout.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38328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4114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51760" cy="32004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712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(iste240)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95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/ @Service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1417320"/>
            <a:ext cx="2651760" cy="32004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ES6 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212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8712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(async)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5295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templates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005840"/>
            <a:ext cx="265176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2651760" cy="320040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212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(build)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8712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(branches/PRs)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295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Spring Data JPA  ·  Hibernate ddl-auto=update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317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331720" cy="13441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(PK, AUTO)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2494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551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188720"/>
            <a:ext cx="23317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188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1536192"/>
            <a:ext cx="2331720" cy="13441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(PK, AUTO)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1947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30168" y="22494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30168" y="2551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188720"/>
            <a:ext cx="23317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188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1536192"/>
            <a:ext cx="2331720" cy="13441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(PK, AUTO)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93408" y="1947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3408" y="22494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3408" y="2551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200400"/>
            <a:ext cx="23317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3547872"/>
            <a:ext cx="233172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36576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(PK, AUTO)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52928" y="39593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52928" y="4261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(FK)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52928" y="4562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(FK)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52928" y="48646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Many-to-One: Subscription → Administrator  |  FK references to Users &amp; Events  |  Long ID auto-generation for scalability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Interaction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005840"/>
            <a:ext cx="758952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Events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89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events.html. Page auto-fetches GET /api/events and renders the event list.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" y="1554480"/>
            <a:ext cx="0" cy="429768"/>
          </a:xfrm>
          <a:prstGeom prst="line">
            <a:avLst/>
          </a:prstGeom>
          <a:noFill/>
          <a:ln w="25400">
            <a:solidFill>
              <a:srgbClr val="0891B2"/>
            </a:solidFill>
            <a:prstDash val="dot"/>
          </a:ln>
        </p:spPr>
      </p:sp>
      <p:sp>
        <p:nvSpPr>
          <p:cNvPr id="10" name="Shape 8"/>
          <p:cNvSpPr/>
          <p:nvPr/>
        </p:nvSpPr>
        <p:spPr>
          <a:xfrm>
            <a:off x="502920" y="2029968"/>
            <a:ext cx="502920" cy="50292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1984248"/>
            <a:ext cx="75895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Interest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3682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an event, fills subscription form. Fetch API sends POST /api/subscriptions to the backend.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4380" y="2532888"/>
            <a:ext cx="0" cy="429768"/>
          </a:xfrm>
          <a:prstGeom prst="line">
            <a:avLst/>
          </a:prstGeom>
          <a:noFill/>
          <a:ln w="25400">
            <a:solidFill>
              <a:srgbClr val="0891B2"/>
            </a:solidFill>
            <a:prstDash val="dot"/>
          </a:ln>
        </p:spPr>
      </p:sp>
      <p:sp>
        <p:nvSpPr>
          <p:cNvPr id="16" name="Shape 14"/>
          <p:cNvSpPr/>
          <p:nvPr/>
        </p:nvSpPr>
        <p:spPr>
          <a:xfrm>
            <a:off x="502920" y="3008376"/>
            <a:ext cx="502920" cy="50292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2962656"/>
            <a:ext cx="758952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035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3467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into administrators.html dashboard and sees pending subscriptions.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4380" y="3511296"/>
            <a:ext cx="0" cy="429768"/>
          </a:xfrm>
          <a:prstGeom prst="line">
            <a:avLst/>
          </a:prstGeom>
          <a:noFill/>
          <a:ln w="25400">
            <a:solidFill>
              <a:srgbClr val="0891B2"/>
            </a:solidFill>
            <a:prstDash val="dot"/>
          </a:ln>
        </p:spPr>
      </p:sp>
      <p:sp>
        <p:nvSpPr>
          <p:cNvPr id="22" name="Shape 20"/>
          <p:cNvSpPr/>
          <p:nvPr/>
        </p:nvSpPr>
        <p:spPr>
          <a:xfrm>
            <a:off x="502920" y="3986784"/>
            <a:ext cx="502920" cy="50292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3941064"/>
            <a:ext cx="75895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014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Update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325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issues a PUT request to update subscription status and access level. Table reflects instantly.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84048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Consistency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User and Subscription tables consistent under high-frequency updates.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348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384048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35331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service layer ensures atomic database operations.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384048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Shift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from server-side Mustache rendering to a fully client-side Fetch API model.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92040" y="2331720"/>
            <a:ext cx="384048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67919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now exclusively serves JSON; frontend independently handles all UI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384048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959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Localhost Limitation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localhost restricts external access and real-world testing.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57600"/>
            <a:ext cx="384048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749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40050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plan: deploy backend + database to AWS or Heroku for cloud accessibility.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EventHub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production-quality, N-tier event management platform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persistent MySQL storage, full REST CRUD, and a modern async frontend.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828800" cy="1417320"/>
          </a:xfrm>
          <a:prstGeom prst="rect">
            <a:avLst/>
          </a:prstGeom>
          <a:solidFill>
            <a:srgbClr val="1D355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063240"/>
            <a:ext cx="1828800" cy="1417320"/>
          </a:xfrm>
          <a:prstGeom prst="rect">
            <a:avLst/>
          </a:prstGeom>
          <a:solidFill>
            <a:srgbClr val="1D355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1828800" cy="1417320"/>
          </a:xfrm>
          <a:prstGeom prst="rect">
            <a:avLst/>
          </a:prstGeom>
          <a:solidFill>
            <a:srgbClr val="1D355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N-Tier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063240"/>
            <a:ext cx="1828800" cy="1417320"/>
          </a:xfrm>
          <a:prstGeom prst="rect">
            <a:avLst/>
          </a:prstGeom>
          <a:solidFill>
            <a:srgbClr val="1D355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7512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Faisal  ·  Syed Rayan  ·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686</Words>
  <Application>Microsoft Office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EventHub – Final Project Presentation</dc:title>
  <dc:subject>PptxGenJS Presentation</dc:subject>
  <dc:creator>PptxGenJS</dc:creator>
  <cp:lastModifiedBy>Lenovo</cp:lastModifiedBy>
  <cp:revision>1</cp:revision>
  <dcterms:created xsi:type="dcterms:W3CDTF">2026-04-26T12:27:16Z</dcterms:created>
  <dcterms:modified xsi:type="dcterms:W3CDTF">2026-04-26T19:19:05Z</dcterms:modified>
</cp:coreProperties>
</file>